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Lst>
  <p:notesMasterIdLst>
    <p:notesMasterId r:id="rId21"/>
  </p:notesMasterIdLst>
  <p:handoutMasterIdLst>
    <p:handoutMasterId r:id="rId22"/>
  </p:handoutMasterIdLst>
  <p:sldIdLst>
    <p:sldId id="256" r:id="rId5"/>
    <p:sldId id="263" r:id="rId6"/>
    <p:sldId id="264" r:id="rId7"/>
    <p:sldId id="277" r:id="rId8"/>
    <p:sldId id="278" r:id="rId9"/>
    <p:sldId id="279" r:id="rId10"/>
    <p:sldId id="268" r:id="rId11"/>
    <p:sldId id="269" r:id="rId12"/>
    <p:sldId id="270" r:id="rId13"/>
    <p:sldId id="271" r:id="rId14"/>
    <p:sldId id="272" r:id="rId15"/>
    <p:sldId id="273" r:id="rId16"/>
    <p:sldId id="274" r:id="rId17"/>
    <p:sldId id="275" r:id="rId18"/>
    <p:sldId id="276" r:id="rId19"/>
    <p:sldId id="260" r:id="rId20"/>
  </p:sldIdLst>
  <p:sldSz cx="12192000" cy="6858000"/>
  <p:notesSz cx="6858000" cy="9144000"/>
  <p:defaultTextStyle>
    <a:defPPr rtl="0">
      <a:defRPr lang="en-gb"/>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48" autoAdjust="0"/>
  </p:normalViewPr>
  <p:slideViewPr>
    <p:cSldViewPr snapToGrid="0">
      <p:cViewPr varScale="1">
        <p:scale>
          <a:sx n="79" d="100"/>
          <a:sy n="79" d="100"/>
        </p:scale>
        <p:origin x="850" y="72"/>
      </p:cViewPr>
      <p:guideLst/>
    </p:cSldViewPr>
  </p:slideViewPr>
  <p:notesTextViewPr>
    <p:cViewPr>
      <p:scale>
        <a:sx n="1" d="1"/>
        <a:sy n="1" d="1"/>
      </p:scale>
      <p:origin x="0" y="0"/>
    </p:cViewPr>
  </p:notesTextViewPr>
  <p:notesViewPr>
    <p:cSldViewPr snapToGrid="0">
      <p:cViewPr varScale="1">
        <p:scale>
          <a:sx n="89" d="100"/>
          <a:sy n="89" d="100"/>
        </p:scale>
        <p:origin x="3780"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diagrams/_rels/data6.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9.png"/><Relationship Id="rId7" Type="http://schemas.openxmlformats.org/officeDocument/2006/relationships/image" Target="../media/image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6.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9.png"/><Relationship Id="rId7" Type="http://schemas.openxmlformats.org/officeDocument/2006/relationships/image" Target="../media/image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2FE98EB-4627-4678-94BD-B191BDC10F15}"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8348B569-AF24-41D0-B654-B6415321ADE0}">
      <dgm:prSet custT="1"/>
      <dgm:spPr/>
      <dgm:t>
        <a:bodyPr/>
        <a:lstStyle/>
        <a:p>
          <a:r>
            <a:rPr lang="en-GB" sz="1600" dirty="0"/>
            <a:t>Like a false alarm; your house alarm goes off, but there is no burglar. In web application security, a false positive is when a web application security scanner indicates that there is a vulnerability on your website, such as SQL Injection when, in reality, there is not.</a:t>
          </a:r>
          <a:endParaRPr lang="en-US" sz="1600" dirty="0"/>
        </a:p>
      </dgm:t>
    </dgm:pt>
    <dgm:pt modelId="{6A009E4B-B911-42B8-97CA-3894A0F137C9}" type="parTrans" cxnId="{A40C9138-6E62-4BC3-B547-6306FD2E22B5}">
      <dgm:prSet/>
      <dgm:spPr/>
      <dgm:t>
        <a:bodyPr/>
        <a:lstStyle/>
        <a:p>
          <a:endParaRPr lang="en-US"/>
        </a:p>
      </dgm:t>
    </dgm:pt>
    <dgm:pt modelId="{2CE0076B-9A4C-4E8B-BF51-A64F26A2E21A}" type="sibTrans" cxnId="{A40C9138-6E62-4BC3-B547-6306FD2E22B5}">
      <dgm:prSet/>
      <dgm:spPr/>
      <dgm:t>
        <a:bodyPr/>
        <a:lstStyle/>
        <a:p>
          <a:endParaRPr lang="en-US"/>
        </a:p>
      </dgm:t>
    </dgm:pt>
    <dgm:pt modelId="{0B3EC6CB-FE37-4A25-A1B0-6D006E0F7E1A}">
      <dgm:prSet custT="1"/>
      <dgm:spPr/>
      <dgm:t>
        <a:bodyPr/>
        <a:lstStyle/>
        <a:p>
          <a:r>
            <a:rPr lang="en-GB" sz="1600" dirty="0"/>
            <a:t>When checking for false positives, you want to ensure that they are indeed false. By nature, we humans tend to start ignoring false positive rather quickly. For example, web application security scanner detects 100 SQL Injection vulnerabilities</a:t>
          </a:r>
          <a:r>
            <a:rPr lang="en-GB" sz="1300" dirty="0"/>
            <a:t>. </a:t>
          </a:r>
          <a:endParaRPr lang="en-US" sz="1300" dirty="0"/>
        </a:p>
      </dgm:t>
    </dgm:pt>
    <dgm:pt modelId="{8D3CE361-2D5A-4BB2-8B06-3D43F9EBB3B3}" type="parTrans" cxnId="{D0579C10-6FE1-41D8-B1F4-D63887E8D701}">
      <dgm:prSet/>
      <dgm:spPr/>
      <dgm:t>
        <a:bodyPr/>
        <a:lstStyle/>
        <a:p>
          <a:endParaRPr lang="en-US"/>
        </a:p>
      </dgm:t>
    </dgm:pt>
    <dgm:pt modelId="{604AE597-AC51-4687-97AE-0A16E82EF217}" type="sibTrans" cxnId="{D0579C10-6FE1-41D8-B1F4-D63887E8D701}">
      <dgm:prSet/>
      <dgm:spPr/>
      <dgm:t>
        <a:bodyPr/>
        <a:lstStyle/>
        <a:p>
          <a:endParaRPr lang="en-US"/>
        </a:p>
      </dgm:t>
    </dgm:pt>
    <dgm:pt modelId="{B9336391-9CE4-4242-A9CF-DDFE32E4B35E}">
      <dgm:prSet custT="1"/>
      <dgm:spPr/>
      <dgm:t>
        <a:bodyPr/>
        <a:lstStyle/>
        <a:p>
          <a:r>
            <a:rPr lang="en-GB" sz="1600" dirty="0"/>
            <a:t>If the first 20 variants are false positives, the penetration tester assumes that all the others are false positives and ignore all the rest. By doing so, there are chances that real web application vulnerabilities are left undetected. This is why it is crucial to check every vulnerability and deal with each false positive separately to ensure false positives.</a:t>
          </a:r>
          <a:endParaRPr lang="en-US" sz="1600" dirty="0"/>
        </a:p>
      </dgm:t>
    </dgm:pt>
    <dgm:pt modelId="{D006B040-4464-46A8-9EE3-89B9F0C5E50C}" type="parTrans" cxnId="{98FBE605-E50B-456D-89B1-CF725EAC485F}">
      <dgm:prSet/>
      <dgm:spPr/>
      <dgm:t>
        <a:bodyPr/>
        <a:lstStyle/>
        <a:p>
          <a:endParaRPr lang="en-US"/>
        </a:p>
      </dgm:t>
    </dgm:pt>
    <dgm:pt modelId="{75ED345C-9CC3-471C-8DB4-5E78D1324855}" type="sibTrans" cxnId="{98FBE605-E50B-456D-89B1-CF725EAC485F}">
      <dgm:prSet/>
      <dgm:spPr/>
      <dgm:t>
        <a:bodyPr/>
        <a:lstStyle/>
        <a:p>
          <a:endParaRPr lang="en-US"/>
        </a:p>
      </dgm:t>
    </dgm:pt>
    <dgm:pt modelId="{F935415F-FD91-4604-891A-880AA26A0722}" type="pres">
      <dgm:prSet presAssocID="{12FE98EB-4627-4678-94BD-B191BDC10F15}" presName="hierChild1" presStyleCnt="0">
        <dgm:presLayoutVars>
          <dgm:chPref val="1"/>
          <dgm:dir/>
          <dgm:animOne val="branch"/>
          <dgm:animLvl val="lvl"/>
          <dgm:resizeHandles/>
        </dgm:presLayoutVars>
      </dgm:prSet>
      <dgm:spPr/>
    </dgm:pt>
    <dgm:pt modelId="{56C41767-562B-4E41-9175-9932B2F3A672}" type="pres">
      <dgm:prSet presAssocID="{8348B569-AF24-41D0-B654-B6415321ADE0}" presName="hierRoot1" presStyleCnt="0"/>
      <dgm:spPr/>
    </dgm:pt>
    <dgm:pt modelId="{81048C26-164C-4FDD-8728-E94754455FC8}" type="pres">
      <dgm:prSet presAssocID="{8348B569-AF24-41D0-B654-B6415321ADE0}" presName="composite" presStyleCnt="0"/>
      <dgm:spPr/>
    </dgm:pt>
    <dgm:pt modelId="{8CDFE601-55FF-45AB-85D7-5134E2F2D633}" type="pres">
      <dgm:prSet presAssocID="{8348B569-AF24-41D0-B654-B6415321ADE0}" presName="background" presStyleLbl="node0" presStyleIdx="0" presStyleCnt="3"/>
      <dgm:spPr/>
    </dgm:pt>
    <dgm:pt modelId="{3DB9B063-5831-4DE0-958F-25E2319D2B25}" type="pres">
      <dgm:prSet presAssocID="{8348B569-AF24-41D0-B654-B6415321ADE0}" presName="text" presStyleLbl="fgAcc0" presStyleIdx="0" presStyleCnt="3" custScaleY="136348">
        <dgm:presLayoutVars>
          <dgm:chPref val="3"/>
        </dgm:presLayoutVars>
      </dgm:prSet>
      <dgm:spPr/>
    </dgm:pt>
    <dgm:pt modelId="{AA044967-F2CD-487B-95D5-BFCE980D8A0D}" type="pres">
      <dgm:prSet presAssocID="{8348B569-AF24-41D0-B654-B6415321ADE0}" presName="hierChild2" presStyleCnt="0"/>
      <dgm:spPr/>
    </dgm:pt>
    <dgm:pt modelId="{6B701FD8-3FAA-4AD5-B270-2BF73EE6973E}" type="pres">
      <dgm:prSet presAssocID="{0B3EC6CB-FE37-4A25-A1B0-6D006E0F7E1A}" presName="hierRoot1" presStyleCnt="0"/>
      <dgm:spPr/>
    </dgm:pt>
    <dgm:pt modelId="{1592825A-B0A8-42C5-B13E-C6EEE73F7CBD}" type="pres">
      <dgm:prSet presAssocID="{0B3EC6CB-FE37-4A25-A1B0-6D006E0F7E1A}" presName="composite" presStyleCnt="0"/>
      <dgm:spPr/>
    </dgm:pt>
    <dgm:pt modelId="{1727BAE6-3E83-4999-A12C-1E3C0103CC49}" type="pres">
      <dgm:prSet presAssocID="{0B3EC6CB-FE37-4A25-A1B0-6D006E0F7E1A}" presName="background" presStyleLbl="node0" presStyleIdx="1" presStyleCnt="3"/>
      <dgm:spPr/>
    </dgm:pt>
    <dgm:pt modelId="{0B412354-ADAC-401A-8D38-D73952EF71D8}" type="pres">
      <dgm:prSet presAssocID="{0B3EC6CB-FE37-4A25-A1B0-6D006E0F7E1A}" presName="text" presStyleLbl="fgAcc0" presStyleIdx="1" presStyleCnt="3" custScaleY="132397">
        <dgm:presLayoutVars>
          <dgm:chPref val="3"/>
        </dgm:presLayoutVars>
      </dgm:prSet>
      <dgm:spPr/>
    </dgm:pt>
    <dgm:pt modelId="{9FEA2471-B3D9-43F3-99DB-781979931C95}" type="pres">
      <dgm:prSet presAssocID="{0B3EC6CB-FE37-4A25-A1B0-6D006E0F7E1A}" presName="hierChild2" presStyleCnt="0"/>
      <dgm:spPr/>
    </dgm:pt>
    <dgm:pt modelId="{0791C4C3-7EB9-4C8E-BEBC-DE66515A9A36}" type="pres">
      <dgm:prSet presAssocID="{B9336391-9CE4-4242-A9CF-DDFE32E4B35E}" presName="hierRoot1" presStyleCnt="0"/>
      <dgm:spPr/>
    </dgm:pt>
    <dgm:pt modelId="{6809305F-AEE9-45C6-BC0C-960CBB1FDA12}" type="pres">
      <dgm:prSet presAssocID="{B9336391-9CE4-4242-A9CF-DDFE32E4B35E}" presName="composite" presStyleCnt="0"/>
      <dgm:spPr/>
    </dgm:pt>
    <dgm:pt modelId="{894DA99F-51D3-41FA-BA97-9E9C1A7AE174}" type="pres">
      <dgm:prSet presAssocID="{B9336391-9CE4-4242-A9CF-DDFE32E4B35E}" presName="background" presStyleLbl="node0" presStyleIdx="2" presStyleCnt="3"/>
      <dgm:spPr/>
    </dgm:pt>
    <dgm:pt modelId="{CEAB1BE0-C56F-4D1B-B2D0-234799F665FB}" type="pres">
      <dgm:prSet presAssocID="{B9336391-9CE4-4242-A9CF-DDFE32E4B35E}" presName="text" presStyleLbl="fgAcc0" presStyleIdx="2" presStyleCnt="3" custScaleY="127459">
        <dgm:presLayoutVars>
          <dgm:chPref val="3"/>
        </dgm:presLayoutVars>
      </dgm:prSet>
      <dgm:spPr/>
    </dgm:pt>
    <dgm:pt modelId="{458C711B-5CD2-4914-8380-91C91E9A6440}" type="pres">
      <dgm:prSet presAssocID="{B9336391-9CE4-4242-A9CF-DDFE32E4B35E}" presName="hierChild2" presStyleCnt="0"/>
      <dgm:spPr/>
    </dgm:pt>
  </dgm:ptLst>
  <dgm:cxnLst>
    <dgm:cxn modelId="{98FBE605-E50B-456D-89B1-CF725EAC485F}" srcId="{12FE98EB-4627-4678-94BD-B191BDC10F15}" destId="{B9336391-9CE4-4242-A9CF-DDFE32E4B35E}" srcOrd="2" destOrd="0" parTransId="{D006B040-4464-46A8-9EE3-89B9F0C5E50C}" sibTransId="{75ED345C-9CC3-471C-8DB4-5E78D1324855}"/>
    <dgm:cxn modelId="{D0579C10-6FE1-41D8-B1F4-D63887E8D701}" srcId="{12FE98EB-4627-4678-94BD-B191BDC10F15}" destId="{0B3EC6CB-FE37-4A25-A1B0-6D006E0F7E1A}" srcOrd="1" destOrd="0" parTransId="{8D3CE361-2D5A-4BB2-8B06-3D43F9EBB3B3}" sibTransId="{604AE597-AC51-4687-97AE-0A16E82EF217}"/>
    <dgm:cxn modelId="{E398D116-E384-4700-9F07-9604DE5B3881}" type="presOf" srcId="{12FE98EB-4627-4678-94BD-B191BDC10F15}" destId="{F935415F-FD91-4604-891A-880AA26A0722}" srcOrd="0" destOrd="0" presId="urn:microsoft.com/office/officeart/2005/8/layout/hierarchy1"/>
    <dgm:cxn modelId="{F18C6327-279C-402E-B4EE-6F74B36E7D1D}" type="presOf" srcId="{B9336391-9CE4-4242-A9CF-DDFE32E4B35E}" destId="{CEAB1BE0-C56F-4D1B-B2D0-234799F665FB}" srcOrd="0" destOrd="0" presId="urn:microsoft.com/office/officeart/2005/8/layout/hierarchy1"/>
    <dgm:cxn modelId="{A40C9138-6E62-4BC3-B547-6306FD2E22B5}" srcId="{12FE98EB-4627-4678-94BD-B191BDC10F15}" destId="{8348B569-AF24-41D0-B654-B6415321ADE0}" srcOrd="0" destOrd="0" parTransId="{6A009E4B-B911-42B8-97CA-3894A0F137C9}" sibTransId="{2CE0076B-9A4C-4E8B-BF51-A64F26A2E21A}"/>
    <dgm:cxn modelId="{CE627F8F-96FC-4522-83F4-DFD2EECC057E}" type="presOf" srcId="{0B3EC6CB-FE37-4A25-A1B0-6D006E0F7E1A}" destId="{0B412354-ADAC-401A-8D38-D73952EF71D8}" srcOrd="0" destOrd="0" presId="urn:microsoft.com/office/officeart/2005/8/layout/hierarchy1"/>
    <dgm:cxn modelId="{79E2019C-57EA-4E4C-BA77-2B8398EB7B6F}" type="presOf" srcId="{8348B569-AF24-41D0-B654-B6415321ADE0}" destId="{3DB9B063-5831-4DE0-958F-25E2319D2B25}" srcOrd="0" destOrd="0" presId="urn:microsoft.com/office/officeart/2005/8/layout/hierarchy1"/>
    <dgm:cxn modelId="{EB77BE9E-2999-47CE-8B2D-C43B58440453}" type="presParOf" srcId="{F935415F-FD91-4604-891A-880AA26A0722}" destId="{56C41767-562B-4E41-9175-9932B2F3A672}" srcOrd="0" destOrd="0" presId="urn:microsoft.com/office/officeart/2005/8/layout/hierarchy1"/>
    <dgm:cxn modelId="{F450E583-2F91-43EA-B9F6-B424C72677BF}" type="presParOf" srcId="{56C41767-562B-4E41-9175-9932B2F3A672}" destId="{81048C26-164C-4FDD-8728-E94754455FC8}" srcOrd="0" destOrd="0" presId="urn:microsoft.com/office/officeart/2005/8/layout/hierarchy1"/>
    <dgm:cxn modelId="{02F29C35-DE1D-469A-A573-83541CB4C33C}" type="presParOf" srcId="{81048C26-164C-4FDD-8728-E94754455FC8}" destId="{8CDFE601-55FF-45AB-85D7-5134E2F2D633}" srcOrd="0" destOrd="0" presId="urn:microsoft.com/office/officeart/2005/8/layout/hierarchy1"/>
    <dgm:cxn modelId="{3E499BA8-557C-44E3-97F5-37EB534C47D2}" type="presParOf" srcId="{81048C26-164C-4FDD-8728-E94754455FC8}" destId="{3DB9B063-5831-4DE0-958F-25E2319D2B25}" srcOrd="1" destOrd="0" presId="urn:microsoft.com/office/officeart/2005/8/layout/hierarchy1"/>
    <dgm:cxn modelId="{B4A5BD03-B8C6-4464-93CD-95FEC17AD5AF}" type="presParOf" srcId="{56C41767-562B-4E41-9175-9932B2F3A672}" destId="{AA044967-F2CD-487B-95D5-BFCE980D8A0D}" srcOrd="1" destOrd="0" presId="urn:microsoft.com/office/officeart/2005/8/layout/hierarchy1"/>
    <dgm:cxn modelId="{C8114799-847D-4434-BFE2-47B9D981AD27}" type="presParOf" srcId="{F935415F-FD91-4604-891A-880AA26A0722}" destId="{6B701FD8-3FAA-4AD5-B270-2BF73EE6973E}" srcOrd="1" destOrd="0" presId="urn:microsoft.com/office/officeart/2005/8/layout/hierarchy1"/>
    <dgm:cxn modelId="{3A8E2BCD-14CE-4AA6-A611-2A4320A5E330}" type="presParOf" srcId="{6B701FD8-3FAA-4AD5-B270-2BF73EE6973E}" destId="{1592825A-B0A8-42C5-B13E-C6EEE73F7CBD}" srcOrd="0" destOrd="0" presId="urn:microsoft.com/office/officeart/2005/8/layout/hierarchy1"/>
    <dgm:cxn modelId="{C5E90C8A-E8BB-4710-B42D-459261D471D4}" type="presParOf" srcId="{1592825A-B0A8-42C5-B13E-C6EEE73F7CBD}" destId="{1727BAE6-3E83-4999-A12C-1E3C0103CC49}" srcOrd="0" destOrd="0" presId="urn:microsoft.com/office/officeart/2005/8/layout/hierarchy1"/>
    <dgm:cxn modelId="{8B561D56-459D-4294-A731-7EEF6D15E7C3}" type="presParOf" srcId="{1592825A-B0A8-42C5-B13E-C6EEE73F7CBD}" destId="{0B412354-ADAC-401A-8D38-D73952EF71D8}" srcOrd="1" destOrd="0" presId="urn:microsoft.com/office/officeart/2005/8/layout/hierarchy1"/>
    <dgm:cxn modelId="{E46127C9-B5E3-49C2-AA92-D7245150918C}" type="presParOf" srcId="{6B701FD8-3FAA-4AD5-B270-2BF73EE6973E}" destId="{9FEA2471-B3D9-43F3-99DB-781979931C95}" srcOrd="1" destOrd="0" presId="urn:microsoft.com/office/officeart/2005/8/layout/hierarchy1"/>
    <dgm:cxn modelId="{30E2792D-F50F-419B-ABCF-C05800D46A47}" type="presParOf" srcId="{F935415F-FD91-4604-891A-880AA26A0722}" destId="{0791C4C3-7EB9-4C8E-BEBC-DE66515A9A36}" srcOrd="2" destOrd="0" presId="urn:microsoft.com/office/officeart/2005/8/layout/hierarchy1"/>
    <dgm:cxn modelId="{B13F5FC6-95F6-4279-BA0E-305DF32FD631}" type="presParOf" srcId="{0791C4C3-7EB9-4C8E-BEBC-DE66515A9A36}" destId="{6809305F-AEE9-45C6-BC0C-960CBB1FDA12}" srcOrd="0" destOrd="0" presId="urn:microsoft.com/office/officeart/2005/8/layout/hierarchy1"/>
    <dgm:cxn modelId="{A348E680-1463-4881-ABA4-F5DC1D696DDF}" type="presParOf" srcId="{6809305F-AEE9-45C6-BC0C-960CBB1FDA12}" destId="{894DA99F-51D3-41FA-BA97-9E9C1A7AE174}" srcOrd="0" destOrd="0" presId="urn:microsoft.com/office/officeart/2005/8/layout/hierarchy1"/>
    <dgm:cxn modelId="{3B6814B5-A113-447E-BE57-1777D29C8AFC}" type="presParOf" srcId="{6809305F-AEE9-45C6-BC0C-960CBB1FDA12}" destId="{CEAB1BE0-C56F-4D1B-B2D0-234799F665FB}" srcOrd="1" destOrd="0" presId="urn:microsoft.com/office/officeart/2005/8/layout/hierarchy1"/>
    <dgm:cxn modelId="{6813D486-F9AB-4D90-8884-D7A20363A098}" type="presParOf" srcId="{0791C4C3-7EB9-4C8E-BEBC-DE66515A9A36}" destId="{458C711B-5CD2-4914-8380-91C91E9A6440}"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2FE98EB-4627-4678-94BD-B191BDC10F15}"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8348B569-AF24-41D0-B654-B6415321ADE0}">
      <dgm:prSet custT="1"/>
      <dgm:spPr/>
      <dgm:t>
        <a:bodyPr/>
        <a:lstStyle/>
        <a:p>
          <a:r>
            <a:rPr lang="en-GB" sz="1600" dirty="0"/>
            <a:t>A false negative occurs when a signature is not fired when offending traffic is detected. Offending traffic ranges from someone sending confidential documents outside of the corporate network to attacks against corporate web servers. </a:t>
          </a:r>
          <a:endParaRPr lang="en-US" sz="1600" dirty="0"/>
        </a:p>
      </dgm:t>
    </dgm:pt>
    <dgm:pt modelId="{6A009E4B-B911-42B8-97CA-3894A0F137C9}" type="parTrans" cxnId="{A40C9138-6E62-4BC3-B547-6306FD2E22B5}">
      <dgm:prSet/>
      <dgm:spPr/>
      <dgm:t>
        <a:bodyPr/>
        <a:lstStyle/>
        <a:p>
          <a:endParaRPr lang="en-US"/>
        </a:p>
      </dgm:t>
    </dgm:pt>
    <dgm:pt modelId="{2CE0076B-9A4C-4E8B-BF51-A64F26A2E21A}" type="sibTrans" cxnId="{A40C9138-6E62-4BC3-B547-6306FD2E22B5}">
      <dgm:prSet/>
      <dgm:spPr/>
      <dgm:t>
        <a:bodyPr/>
        <a:lstStyle/>
        <a:p>
          <a:endParaRPr lang="en-US"/>
        </a:p>
      </dgm:t>
    </dgm:pt>
    <dgm:pt modelId="{0B3EC6CB-FE37-4A25-A1B0-6D006E0F7E1A}">
      <dgm:prSet custT="1"/>
      <dgm:spPr/>
      <dgm:t>
        <a:bodyPr/>
        <a:lstStyle/>
        <a:p>
          <a:r>
            <a:rPr lang="en-GB" sz="1600" dirty="0"/>
            <a:t>No alerts, no bells went off, there were no sirens, but something bad actually did get through your security systems. This got right through your defences.</a:t>
          </a:r>
          <a:endParaRPr lang="en-US" sz="1300" dirty="0"/>
        </a:p>
      </dgm:t>
    </dgm:pt>
    <dgm:pt modelId="{8D3CE361-2D5A-4BB2-8B06-3D43F9EBB3B3}" type="parTrans" cxnId="{D0579C10-6FE1-41D8-B1F4-D63887E8D701}">
      <dgm:prSet/>
      <dgm:spPr/>
      <dgm:t>
        <a:bodyPr/>
        <a:lstStyle/>
        <a:p>
          <a:endParaRPr lang="en-US"/>
        </a:p>
      </dgm:t>
    </dgm:pt>
    <dgm:pt modelId="{604AE597-AC51-4687-97AE-0A16E82EF217}" type="sibTrans" cxnId="{D0579C10-6FE1-41D8-B1F4-D63887E8D701}">
      <dgm:prSet/>
      <dgm:spPr/>
      <dgm:t>
        <a:bodyPr/>
        <a:lstStyle/>
        <a:p>
          <a:endParaRPr lang="en-US"/>
        </a:p>
      </dgm:t>
    </dgm:pt>
    <dgm:pt modelId="{B9336391-9CE4-4242-A9CF-DDFE32E4B35E}">
      <dgm:prSet custT="1"/>
      <dgm:spPr/>
      <dgm:t>
        <a:bodyPr/>
        <a:lstStyle/>
        <a:p>
          <a:r>
            <a:rPr lang="en-GB" sz="1600" dirty="0"/>
            <a:t>False negatives are bugs in the IDS and IPS software and should be reported. A false negative should be considered a software bug only if the IDS and IPS have a signature that has been designed to detect the offending traffic.</a:t>
          </a:r>
          <a:endParaRPr lang="en-US" sz="1600" dirty="0"/>
        </a:p>
      </dgm:t>
    </dgm:pt>
    <dgm:pt modelId="{D006B040-4464-46A8-9EE3-89B9F0C5E50C}" type="parTrans" cxnId="{98FBE605-E50B-456D-89B1-CF725EAC485F}">
      <dgm:prSet/>
      <dgm:spPr/>
      <dgm:t>
        <a:bodyPr/>
        <a:lstStyle/>
        <a:p>
          <a:endParaRPr lang="en-US"/>
        </a:p>
      </dgm:t>
    </dgm:pt>
    <dgm:pt modelId="{75ED345C-9CC3-471C-8DB4-5E78D1324855}" type="sibTrans" cxnId="{98FBE605-E50B-456D-89B1-CF725EAC485F}">
      <dgm:prSet/>
      <dgm:spPr/>
      <dgm:t>
        <a:bodyPr/>
        <a:lstStyle/>
        <a:p>
          <a:endParaRPr lang="en-US"/>
        </a:p>
      </dgm:t>
    </dgm:pt>
    <dgm:pt modelId="{F935415F-FD91-4604-891A-880AA26A0722}" type="pres">
      <dgm:prSet presAssocID="{12FE98EB-4627-4678-94BD-B191BDC10F15}" presName="hierChild1" presStyleCnt="0">
        <dgm:presLayoutVars>
          <dgm:chPref val="1"/>
          <dgm:dir/>
          <dgm:animOne val="branch"/>
          <dgm:animLvl val="lvl"/>
          <dgm:resizeHandles/>
        </dgm:presLayoutVars>
      </dgm:prSet>
      <dgm:spPr/>
    </dgm:pt>
    <dgm:pt modelId="{56C41767-562B-4E41-9175-9932B2F3A672}" type="pres">
      <dgm:prSet presAssocID="{8348B569-AF24-41D0-B654-B6415321ADE0}" presName="hierRoot1" presStyleCnt="0"/>
      <dgm:spPr/>
    </dgm:pt>
    <dgm:pt modelId="{81048C26-164C-4FDD-8728-E94754455FC8}" type="pres">
      <dgm:prSet presAssocID="{8348B569-AF24-41D0-B654-B6415321ADE0}" presName="composite" presStyleCnt="0"/>
      <dgm:spPr/>
    </dgm:pt>
    <dgm:pt modelId="{8CDFE601-55FF-45AB-85D7-5134E2F2D633}" type="pres">
      <dgm:prSet presAssocID="{8348B569-AF24-41D0-B654-B6415321ADE0}" presName="background" presStyleLbl="node0" presStyleIdx="0" presStyleCnt="3"/>
      <dgm:spPr/>
    </dgm:pt>
    <dgm:pt modelId="{3DB9B063-5831-4DE0-958F-25E2319D2B25}" type="pres">
      <dgm:prSet presAssocID="{8348B569-AF24-41D0-B654-B6415321ADE0}" presName="text" presStyleLbl="fgAcc0" presStyleIdx="0" presStyleCnt="3" custScaleY="136348">
        <dgm:presLayoutVars>
          <dgm:chPref val="3"/>
        </dgm:presLayoutVars>
      </dgm:prSet>
      <dgm:spPr/>
    </dgm:pt>
    <dgm:pt modelId="{AA044967-F2CD-487B-95D5-BFCE980D8A0D}" type="pres">
      <dgm:prSet presAssocID="{8348B569-AF24-41D0-B654-B6415321ADE0}" presName="hierChild2" presStyleCnt="0"/>
      <dgm:spPr/>
    </dgm:pt>
    <dgm:pt modelId="{6B701FD8-3FAA-4AD5-B270-2BF73EE6973E}" type="pres">
      <dgm:prSet presAssocID="{0B3EC6CB-FE37-4A25-A1B0-6D006E0F7E1A}" presName="hierRoot1" presStyleCnt="0"/>
      <dgm:spPr/>
    </dgm:pt>
    <dgm:pt modelId="{1592825A-B0A8-42C5-B13E-C6EEE73F7CBD}" type="pres">
      <dgm:prSet presAssocID="{0B3EC6CB-FE37-4A25-A1B0-6D006E0F7E1A}" presName="composite" presStyleCnt="0"/>
      <dgm:spPr/>
    </dgm:pt>
    <dgm:pt modelId="{1727BAE6-3E83-4999-A12C-1E3C0103CC49}" type="pres">
      <dgm:prSet presAssocID="{0B3EC6CB-FE37-4A25-A1B0-6D006E0F7E1A}" presName="background" presStyleLbl="node0" presStyleIdx="1" presStyleCnt="3"/>
      <dgm:spPr/>
    </dgm:pt>
    <dgm:pt modelId="{0B412354-ADAC-401A-8D38-D73952EF71D8}" type="pres">
      <dgm:prSet presAssocID="{0B3EC6CB-FE37-4A25-A1B0-6D006E0F7E1A}" presName="text" presStyleLbl="fgAcc0" presStyleIdx="1" presStyleCnt="3" custScaleY="132397">
        <dgm:presLayoutVars>
          <dgm:chPref val="3"/>
        </dgm:presLayoutVars>
      </dgm:prSet>
      <dgm:spPr/>
    </dgm:pt>
    <dgm:pt modelId="{9FEA2471-B3D9-43F3-99DB-781979931C95}" type="pres">
      <dgm:prSet presAssocID="{0B3EC6CB-FE37-4A25-A1B0-6D006E0F7E1A}" presName="hierChild2" presStyleCnt="0"/>
      <dgm:spPr/>
    </dgm:pt>
    <dgm:pt modelId="{0791C4C3-7EB9-4C8E-BEBC-DE66515A9A36}" type="pres">
      <dgm:prSet presAssocID="{B9336391-9CE4-4242-A9CF-DDFE32E4B35E}" presName="hierRoot1" presStyleCnt="0"/>
      <dgm:spPr/>
    </dgm:pt>
    <dgm:pt modelId="{6809305F-AEE9-45C6-BC0C-960CBB1FDA12}" type="pres">
      <dgm:prSet presAssocID="{B9336391-9CE4-4242-A9CF-DDFE32E4B35E}" presName="composite" presStyleCnt="0"/>
      <dgm:spPr/>
    </dgm:pt>
    <dgm:pt modelId="{894DA99F-51D3-41FA-BA97-9E9C1A7AE174}" type="pres">
      <dgm:prSet presAssocID="{B9336391-9CE4-4242-A9CF-DDFE32E4B35E}" presName="background" presStyleLbl="node0" presStyleIdx="2" presStyleCnt="3"/>
      <dgm:spPr/>
    </dgm:pt>
    <dgm:pt modelId="{CEAB1BE0-C56F-4D1B-B2D0-234799F665FB}" type="pres">
      <dgm:prSet presAssocID="{B9336391-9CE4-4242-A9CF-DDFE32E4B35E}" presName="text" presStyleLbl="fgAcc0" presStyleIdx="2" presStyleCnt="3" custScaleY="127459">
        <dgm:presLayoutVars>
          <dgm:chPref val="3"/>
        </dgm:presLayoutVars>
      </dgm:prSet>
      <dgm:spPr/>
    </dgm:pt>
    <dgm:pt modelId="{458C711B-5CD2-4914-8380-91C91E9A6440}" type="pres">
      <dgm:prSet presAssocID="{B9336391-9CE4-4242-A9CF-DDFE32E4B35E}" presName="hierChild2" presStyleCnt="0"/>
      <dgm:spPr/>
    </dgm:pt>
  </dgm:ptLst>
  <dgm:cxnLst>
    <dgm:cxn modelId="{98FBE605-E50B-456D-89B1-CF725EAC485F}" srcId="{12FE98EB-4627-4678-94BD-B191BDC10F15}" destId="{B9336391-9CE4-4242-A9CF-DDFE32E4B35E}" srcOrd="2" destOrd="0" parTransId="{D006B040-4464-46A8-9EE3-89B9F0C5E50C}" sibTransId="{75ED345C-9CC3-471C-8DB4-5E78D1324855}"/>
    <dgm:cxn modelId="{D0579C10-6FE1-41D8-B1F4-D63887E8D701}" srcId="{12FE98EB-4627-4678-94BD-B191BDC10F15}" destId="{0B3EC6CB-FE37-4A25-A1B0-6D006E0F7E1A}" srcOrd="1" destOrd="0" parTransId="{8D3CE361-2D5A-4BB2-8B06-3D43F9EBB3B3}" sibTransId="{604AE597-AC51-4687-97AE-0A16E82EF217}"/>
    <dgm:cxn modelId="{E398D116-E384-4700-9F07-9604DE5B3881}" type="presOf" srcId="{12FE98EB-4627-4678-94BD-B191BDC10F15}" destId="{F935415F-FD91-4604-891A-880AA26A0722}" srcOrd="0" destOrd="0" presId="urn:microsoft.com/office/officeart/2005/8/layout/hierarchy1"/>
    <dgm:cxn modelId="{F18C6327-279C-402E-B4EE-6F74B36E7D1D}" type="presOf" srcId="{B9336391-9CE4-4242-A9CF-DDFE32E4B35E}" destId="{CEAB1BE0-C56F-4D1B-B2D0-234799F665FB}" srcOrd="0" destOrd="0" presId="urn:microsoft.com/office/officeart/2005/8/layout/hierarchy1"/>
    <dgm:cxn modelId="{A40C9138-6E62-4BC3-B547-6306FD2E22B5}" srcId="{12FE98EB-4627-4678-94BD-B191BDC10F15}" destId="{8348B569-AF24-41D0-B654-B6415321ADE0}" srcOrd="0" destOrd="0" parTransId="{6A009E4B-B911-42B8-97CA-3894A0F137C9}" sibTransId="{2CE0076B-9A4C-4E8B-BF51-A64F26A2E21A}"/>
    <dgm:cxn modelId="{CE627F8F-96FC-4522-83F4-DFD2EECC057E}" type="presOf" srcId="{0B3EC6CB-FE37-4A25-A1B0-6D006E0F7E1A}" destId="{0B412354-ADAC-401A-8D38-D73952EF71D8}" srcOrd="0" destOrd="0" presId="urn:microsoft.com/office/officeart/2005/8/layout/hierarchy1"/>
    <dgm:cxn modelId="{79E2019C-57EA-4E4C-BA77-2B8398EB7B6F}" type="presOf" srcId="{8348B569-AF24-41D0-B654-B6415321ADE0}" destId="{3DB9B063-5831-4DE0-958F-25E2319D2B25}" srcOrd="0" destOrd="0" presId="urn:microsoft.com/office/officeart/2005/8/layout/hierarchy1"/>
    <dgm:cxn modelId="{EB77BE9E-2999-47CE-8B2D-C43B58440453}" type="presParOf" srcId="{F935415F-FD91-4604-891A-880AA26A0722}" destId="{56C41767-562B-4E41-9175-9932B2F3A672}" srcOrd="0" destOrd="0" presId="urn:microsoft.com/office/officeart/2005/8/layout/hierarchy1"/>
    <dgm:cxn modelId="{F450E583-2F91-43EA-B9F6-B424C72677BF}" type="presParOf" srcId="{56C41767-562B-4E41-9175-9932B2F3A672}" destId="{81048C26-164C-4FDD-8728-E94754455FC8}" srcOrd="0" destOrd="0" presId="urn:microsoft.com/office/officeart/2005/8/layout/hierarchy1"/>
    <dgm:cxn modelId="{02F29C35-DE1D-469A-A573-83541CB4C33C}" type="presParOf" srcId="{81048C26-164C-4FDD-8728-E94754455FC8}" destId="{8CDFE601-55FF-45AB-85D7-5134E2F2D633}" srcOrd="0" destOrd="0" presId="urn:microsoft.com/office/officeart/2005/8/layout/hierarchy1"/>
    <dgm:cxn modelId="{3E499BA8-557C-44E3-97F5-37EB534C47D2}" type="presParOf" srcId="{81048C26-164C-4FDD-8728-E94754455FC8}" destId="{3DB9B063-5831-4DE0-958F-25E2319D2B25}" srcOrd="1" destOrd="0" presId="urn:microsoft.com/office/officeart/2005/8/layout/hierarchy1"/>
    <dgm:cxn modelId="{B4A5BD03-B8C6-4464-93CD-95FEC17AD5AF}" type="presParOf" srcId="{56C41767-562B-4E41-9175-9932B2F3A672}" destId="{AA044967-F2CD-487B-95D5-BFCE980D8A0D}" srcOrd="1" destOrd="0" presId="urn:microsoft.com/office/officeart/2005/8/layout/hierarchy1"/>
    <dgm:cxn modelId="{C8114799-847D-4434-BFE2-47B9D981AD27}" type="presParOf" srcId="{F935415F-FD91-4604-891A-880AA26A0722}" destId="{6B701FD8-3FAA-4AD5-B270-2BF73EE6973E}" srcOrd="1" destOrd="0" presId="urn:microsoft.com/office/officeart/2005/8/layout/hierarchy1"/>
    <dgm:cxn modelId="{3A8E2BCD-14CE-4AA6-A611-2A4320A5E330}" type="presParOf" srcId="{6B701FD8-3FAA-4AD5-B270-2BF73EE6973E}" destId="{1592825A-B0A8-42C5-B13E-C6EEE73F7CBD}" srcOrd="0" destOrd="0" presId="urn:microsoft.com/office/officeart/2005/8/layout/hierarchy1"/>
    <dgm:cxn modelId="{C5E90C8A-E8BB-4710-B42D-459261D471D4}" type="presParOf" srcId="{1592825A-B0A8-42C5-B13E-C6EEE73F7CBD}" destId="{1727BAE6-3E83-4999-A12C-1E3C0103CC49}" srcOrd="0" destOrd="0" presId="urn:microsoft.com/office/officeart/2005/8/layout/hierarchy1"/>
    <dgm:cxn modelId="{8B561D56-459D-4294-A731-7EEF6D15E7C3}" type="presParOf" srcId="{1592825A-B0A8-42C5-B13E-C6EEE73F7CBD}" destId="{0B412354-ADAC-401A-8D38-D73952EF71D8}" srcOrd="1" destOrd="0" presId="urn:microsoft.com/office/officeart/2005/8/layout/hierarchy1"/>
    <dgm:cxn modelId="{E46127C9-B5E3-49C2-AA92-D7245150918C}" type="presParOf" srcId="{6B701FD8-3FAA-4AD5-B270-2BF73EE6973E}" destId="{9FEA2471-B3D9-43F3-99DB-781979931C95}" srcOrd="1" destOrd="0" presId="urn:microsoft.com/office/officeart/2005/8/layout/hierarchy1"/>
    <dgm:cxn modelId="{30E2792D-F50F-419B-ABCF-C05800D46A47}" type="presParOf" srcId="{F935415F-FD91-4604-891A-880AA26A0722}" destId="{0791C4C3-7EB9-4C8E-BEBC-DE66515A9A36}" srcOrd="2" destOrd="0" presId="urn:microsoft.com/office/officeart/2005/8/layout/hierarchy1"/>
    <dgm:cxn modelId="{B13F5FC6-95F6-4279-BA0E-305DF32FD631}" type="presParOf" srcId="{0791C4C3-7EB9-4C8E-BEBC-DE66515A9A36}" destId="{6809305F-AEE9-45C6-BC0C-960CBB1FDA12}" srcOrd="0" destOrd="0" presId="urn:microsoft.com/office/officeart/2005/8/layout/hierarchy1"/>
    <dgm:cxn modelId="{A348E680-1463-4881-ABA4-F5DC1D696DDF}" type="presParOf" srcId="{6809305F-AEE9-45C6-BC0C-960CBB1FDA12}" destId="{894DA99F-51D3-41FA-BA97-9E9C1A7AE174}" srcOrd="0" destOrd="0" presId="urn:microsoft.com/office/officeart/2005/8/layout/hierarchy1"/>
    <dgm:cxn modelId="{3B6814B5-A113-447E-BE57-1777D29C8AFC}" type="presParOf" srcId="{6809305F-AEE9-45C6-BC0C-960CBB1FDA12}" destId="{CEAB1BE0-C56F-4D1B-B2D0-234799F665FB}" srcOrd="1" destOrd="0" presId="urn:microsoft.com/office/officeart/2005/8/layout/hierarchy1"/>
    <dgm:cxn modelId="{6813D486-F9AB-4D90-8884-D7A20363A098}" type="presParOf" srcId="{0791C4C3-7EB9-4C8E-BEBC-DE66515A9A36}" destId="{458C711B-5CD2-4914-8380-91C91E9A6440}"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2FE98EB-4627-4678-94BD-B191BDC10F15}"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8348B569-AF24-41D0-B654-B6415321ADE0}">
      <dgm:prSet custT="1"/>
      <dgm:spPr/>
      <dgm:t>
        <a:bodyPr/>
        <a:lstStyle/>
        <a:p>
          <a:r>
            <a:rPr lang="en-GB" sz="1600" dirty="0"/>
            <a:t>A true positive occurs when an IDS and IPS signature is correctly fired, and an alarm is generated, when offending traffic is detected. </a:t>
          </a:r>
          <a:endParaRPr lang="en-US" sz="1600" dirty="0"/>
        </a:p>
      </dgm:t>
    </dgm:pt>
    <dgm:pt modelId="{6A009E4B-B911-42B8-97CA-3894A0F137C9}" type="parTrans" cxnId="{A40C9138-6E62-4BC3-B547-6306FD2E22B5}">
      <dgm:prSet/>
      <dgm:spPr/>
      <dgm:t>
        <a:bodyPr/>
        <a:lstStyle/>
        <a:p>
          <a:endParaRPr lang="en-US"/>
        </a:p>
      </dgm:t>
    </dgm:pt>
    <dgm:pt modelId="{2CE0076B-9A4C-4E8B-BF51-A64F26A2E21A}" type="sibTrans" cxnId="{A40C9138-6E62-4BC3-B547-6306FD2E22B5}">
      <dgm:prSet/>
      <dgm:spPr/>
      <dgm:t>
        <a:bodyPr/>
        <a:lstStyle/>
        <a:p>
          <a:endParaRPr lang="en-US"/>
        </a:p>
      </dgm:t>
    </dgm:pt>
    <dgm:pt modelId="{0B3EC6CB-FE37-4A25-A1B0-6D006E0F7E1A}">
      <dgm:prSet custT="1"/>
      <dgm:spPr/>
      <dgm:t>
        <a:bodyPr/>
        <a:lstStyle/>
        <a:p>
          <a:r>
            <a:rPr lang="en-GB" sz="1600" dirty="0"/>
            <a:t>For example, consider a Unicode attack. Cisco IPS sensors have signatures that detect Unicode attacks against Microsoft Internet Information Services (IIS) web servers. </a:t>
          </a:r>
          <a:endParaRPr lang="en-US" sz="1300" dirty="0"/>
        </a:p>
      </dgm:t>
    </dgm:pt>
    <dgm:pt modelId="{8D3CE361-2D5A-4BB2-8B06-3D43F9EBB3B3}" type="parTrans" cxnId="{D0579C10-6FE1-41D8-B1F4-D63887E8D701}">
      <dgm:prSet/>
      <dgm:spPr/>
      <dgm:t>
        <a:bodyPr/>
        <a:lstStyle/>
        <a:p>
          <a:endParaRPr lang="en-US"/>
        </a:p>
      </dgm:t>
    </dgm:pt>
    <dgm:pt modelId="{604AE597-AC51-4687-97AE-0A16E82EF217}" type="sibTrans" cxnId="{D0579C10-6FE1-41D8-B1F4-D63887E8D701}">
      <dgm:prSet/>
      <dgm:spPr/>
      <dgm:t>
        <a:bodyPr/>
        <a:lstStyle/>
        <a:p>
          <a:endParaRPr lang="en-US"/>
        </a:p>
      </dgm:t>
    </dgm:pt>
    <dgm:pt modelId="{B9336391-9CE4-4242-A9CF-DDFE32E4B35E}">
      <dgm:prSet custT="1"/>
      <dgm:spPr/>
      <dgm:t>
        <a:bodyPr/>
        <a:lstStyle/>
        <a:p>
          <a:r>
            <a:rPr lang="en-GB" sz="1600" dirty="0"/>
            <a:t>If a Unicode attack is launched against Microsoft IIS web servers, the sensors detect the attack and generate an alarm.</a:t>
          </a:r>
          <a:endParaRPr lang="en-US" sz="1600" dirty="0"/>
        </a:p>
      </dgm:t>
    </dgm:pt>
    <dgm:pt modelId="{D006B040-4464-46A8-9EE3-89B9F0C5E50C}" type="parTrans" cxnId="{98FBE605-E50B-456D-89B1-CF725EAC485F}">
      <dgm:prSet/>
      <dgm:spPr/>
      <dgm:t>
        <a:bodyPr/>
        <a:lstStyle/>
        <a:p>
          <a:endParaRPr lang="en-US"/>
        </a:p>
      </dgm:t>
    </dgm:pt>
    <dgm:pt modelId="{75ED345C-9CC3-471C-8DB4-5E78D1324855}" type="sibTrans" cxnId="{98FBE605-E50B-456D-89B1-CF725EAC485F}">
      <dgm:prSet/>
      <dgm:spPr/>
      <dgm:t>
        <a:bodyPr/>
        <a:lstStyle/>
        <a:p>
          <a:endParaRPr lang="en-US"/>
        </a:p>
      </dgm:t>
    </dgm:pt>
    <dgm:pt modelId="{F935415F-FD91-4604-891A-880AA26A0722}" type="pres">
      <dgm:prSet presAssocID="{12FE98EB-4627-4678-94BD-B191BDC10F15}" presName="hierChild1" presStyleCnt="0">
        <dgm:presLayoutVars>
          <dgm:chPref val="1"/>
          <dgm:dir/>
          <dgm:animOne val="branch"/>
          <dgm:animLvl val="lvl"/>
          <dgm:resizeHandles/>
        </dgm:presLayoutVars>
      </dgm:prSet>
      <dgm:spPr/>
    </dgm:pt>
    <dgm:pt modelId="{56C41767-562B-4E41-9175-9932B2F3A672}" type="pres">
      <dgm:prSet presAssocID="{8348B569-AF24-41D0-B654-B6415321ADE0}" presName="hierRoot1" presStyleCnt="0"/>
      <dgm:spPr/>
    </dgm:pt>
    <dgm:pt modelId="{81048C26-164C-4FDD-8728-E94754455FC8}" type="pres">
      <dgm:prSet presAssocID="{8348B569-AF24-41D0-B654-B6415321ADE0}" presName="composite" presStyleCnt="0"/>
      <dgm:spPr/>
    </dgm:pt>
    <dgm:pt modelId="{8CDFE601-55FF-45AB-85D7-5134E2F2D633}" type="pres">
      <dgm:prSet presAssocID="{8348B569-AF24-41D0-B654-B6415321ADE0}" presName="background" presStyleLbl="node0" presStyleIdx="0" presStyleCnt="3"/>
      <dgm:spPr/>
    </dgm:pt>
    <dgm:pt modelId="{3DB9B063-5831-4DE0-958F-25E2319D2B25}" type="pres">
      <dgm:prSet presAssocID="{8348B569-AF24-41D0-B654-B6415321ADE0}" presName="text" presStyleLbl="fgAcc0" presStyleIdx="0" presStyleCnt="3" custScaleY="136348">
        <dgm:presLayoutVars>
          <dgm:chPref val="3"/>
        </dgm:presLayoutVars>
      </dgm:prSet>
      <dgm:spPr/>
    </dgm:pt>
    <dgm:pt modelId="{AA044967-F2CD-487B-95D5-BFCE980D8A0D}" type="pres">
      <dgm:prSet presAssocID="{8348B569-AF24-41D0-B654-B6415321ADE0}" presName="hierChild2" presStyleCnt="0"/>
      <dgm:spPr/>
    </dgm:pt>
    <dgm:pt modelId="{6B701FD8-3FAA-4AD5-B270-2BF73EE6973E}" type="pres">
      <dgm:prSet presAssocID="{0B3EC6CB-FE37-4A25-A1B0-6D006E0F7E1A}" presName="hierRoot1" presStyleCnt="0"/>
      <dgm:spPr/>
    </dgm:pt>
    <dgm:pt modelId="{1592825A-B0A8-42C5-B13E-C6EEE73F7CBD}" type="pres">
      <dgm:prSet presAssocID="{0B3EC6CB-FE37-4A25-A1B0-6D006E0F7E1A}" presName="composite" presStyleCnt="0"/>
      <dgm:spPr/>
    </dgm:pt>
    <dgm:pt modelId="{1727BAE6-3E83-4999-A12C-1E3C0103CC49}" type="pres">
      <dgm:prSet presAssocID="{0B3EC6CB-FE37-4A25-A1B0-6D006E0F7E1A}" presName="background" presStyleLbl="node0" presStyleIdx="1" presStyleCnt="3"/>
      <dgm:spPr/>
    </dgm:pt>
    <dgm:pt modelId="{0B412354-ADAC-401A-8D38-D73952EF71D8}" type="pres">
      <dgm:prSet presAssocID="{0B3EC6CB-FE37-4A25-A1B0-6D006E0F7E1A}" presName="text" presStyleLbl="fgAcc0" presStyleIdx="1" presStyleCnt="3" custScaleY="132397">
        <dgm:presLayoutVars>
          <dgm:chPref val="3"/>
        </dgm:presLayoutVars>
      </dgm:prSet>
      <dgm:spPr/>
    </dgm:pt>
    <dgm:pt modelId="{9FEA2471-B3D9-43F3-99DB-781979931C95}" type="pres">
      <dgm:prSet presAssocID="{0B3EC6CB-FE37-4A25-A1B0-6D006E0F7E1A}" presName="hierChild2" presStyleCnt="0"/>
      <dgm:spPr/>
    </dgm:pt>
    <dgm:pt modelId="{0791C4C3-7EB9-4C8E-BEBC-DE66515A9A36}" type="pres">
      <dgm:prSet presAssocID="{B9336391-9CE4-4242-A9CF-DDFE32E4B35E}" presName="hierRoot1" presStyleCnt="0"/>
      <dgm:spPr/>
    </dgm:pt>
    <dgm:pt modelId="{6809305F-AEE9-45C6-BC0C-960CBB1FDA12}" type="pres">
      <dgm:prSet presAssocID="{B9336391-9CE4-4242-A9CF-DDFE32E4B35E}" presName="composite" presStyleCnt="0"/>
      <dgm:spPr/>
    </dgm:pt>
    <dgm:pt modelId="{894DA99F-51D3-41FA-BA97-9E9C1A7AE174}" type="pres">
      <dgm:prSet presAssocID="{B9336391-9CE4-4242-A9CF-DDFE32E4B35E}" presName="background" presStyleLbl="node0" presStyleIdx="2" presStyleCnt="3"/>
      <dgm:spPr/>
    </dgm:pt>
    <dgm:pt modelId="{CEAB1BE0-C56F-4D1B-B2D0-234799F665FB}" type="pres">
      <dgm:prSet presAssocID="{B9336391-9CE4-4242-A9CF-DDFE32E4B35E}" presName="text" presStyleLbl="fgAcc0" presStyleIdx="2" presStyleCnt="3" custScaleY="127459">
        <dgm:presLayoutVars>
          <dgm:chPref val="3"/>
        </dgm:presLayoutVars>
      </dgm:prSet>
      <dgm:spPr/>
    </dgm:pt>
    <dgm:pt modelId="{458C711B-5CD2-4914-8380-91C91E9A6440}" type="pres">
      <dgm:prSet presAssocID="{B9336391-9CE4-4242-A9CF-DDFE32E4B35E}" presName="hierChild2" presStyleCnt="0"/>
      <dgm:spPr/>
    </dgm:pt>
  </dgm:ptLst>
  <dgm:cxnLst>
    <dgm:cxn modelId="{98FBE605-E50B-456D-89B1-CF725EAC485F}" srcId="{12FE98EB-4627-4678-94BD-B191BDC10F15}" destId="{B9336391-9CE4-4242-A9CF-DDFE32E4B35E}" srcOrd="2" destOrd="0" parTransId="{D006B040-4464-46A8-9EE3-89B9F0C5E50C}" sibTransId="{75ED345C-9CC3-471C-8DB4-5E78D1324855}"/>
    <dgm:cxn modelId="{D0579C10-6FE1-41D8-B1F4-D63887E8D701}" srcId="{12FE98EB-4627-4678-94BD-B191BDC10F15}" destId="{0B3EC6CB-FE37-4A25-A1B0-6D006E0F7E1A}" srcOrd="1" destOrd="0" parTransId="{8D3CE361-2D5A-4BB2-8B06-3D43F9EBB3B3}" sibTransId="{604AE597-AC51-4687-97AE-0A16E82EF217}"/>
    <dgm:cxn modelId="{E398D116-E384-4700-9F07-9604DE5B3881}" type="presOf" srcId="{12FE98EB-4627-4678-94BD-B191BDC10F15}" destId="{F935415F-FD91-4604-891A-880AA26A0722}" srcOrd="0" destOrd="0" presId="urn:microsoft.com/office/officeart/2005/8/layout/hierarchy1"/>
    <dgm:cxn modelId="{F18C6327-279C-402E-B4EE-6F74B36E7D1D}" type="presOf" srcId="{B9336391-9CE4-4242-A9CF-DDFE32E4B35E}" destId="{CEAB1BE0-C56F-4D1B-B2D0-234799F665FB}" srcOrd="0" destOrd="0" presId="urn:microsoft.com/office/officeart/2005/8/layout/hierarchy1"/>
    <dgm:cxn modelId="{A40C9138-6E62-4BC3-B547-6306FD2E22B5}" srcId="{12FE98EB-4627-4678-94BD-B191BDC10F15}" destId="{8348B569-AF24-41D0-B654-B6415321ADE0}" srcOrd="0" destOrd="0" parTransId="{6A009E4B-B911-42B8-97CA-3894A0F137C9}" sibTransId="{2CE0076B-9A4C-4E8B-BF51-A64F26A2E21A}"/>
    <dgm:cxn modelId="{CE627F8F-96FC-4522-83F4-DFD2EECC057E}" type="presOf" srcId="{0B3EC6CB-FE37-4A25-A1B0-6D006E0F7E1A}" destId="{0B412354-ADAC-401A-8D38-D73952EF71D8}" srcOrd="0" destOrd="0" presId="urn:microsoft.com/office/officeart/2005/8/layout/hierarchy1"/>
    <dgm:cxn modelId="{79E2019C-57EA-4E4C-BA77-2B8398EB7B6F}" type="presOf" srcId="{8348B569-AF24-41D0-B654-B6415321ADE0}" destId="{3DB9B063-5831-4DE0-958F-25E2319D2B25}" srcOrd="0" destOrd="0" presId="urn:microsoft.com/office/officeart/2005/8/layout/hierarchy1"/>
    <dgm:cxn modelId="{EB77BE9E-2999-47CE-8B2D-C43B58440453}" type="presParOf" srcId="{F935415F-FD91-4604-891A-880AA26A0722}" destId="{56C41767-562B-4E41-9175-9932B2F3A672}" srcOrd="0" destOrd="0" presId="urn:microsoft.com/office/officeart/2005/8/layout/hierarchy1"/>
    <dgm:cxn modelId="{F450E583-2F91-43EA-B9F6-B424C72677BF}" type="presParOf" srcId="{56C41767-562B-4E41-9175-9932B2F3A672}" destId="{81048C26-164C-4FDD-8728-E94754455FC8}" srcOrd="0" destOrd="0" presId="urn:microsoft.com/office/officeart/2005/8/layout/hierarchy1"/>
    <dgm:cxn modelId="{02F29C35-DE1D-469A-A573-83541CB4C33C}" type="presParOf" srcId="{81048C26-164C-4FDD-8728-E94754455FC8}" destId="{8CDFE601-55FF-45AB-85D7-5134E2F2D633}" srcOrd="0" destOrd="0" presId="urn:microsoft.com/office/officeart/2005/8/layout/hierarchy1"/>
    <dgm:cxn modelId="{3E499BA8-557C-44E3-97F5-37EB534C47D2}" type="presParOf" srcId="{81048C26-164C-4FDD-8728-E94754455FC8}" destId="{3DB9B063-5831-4DE0-958F-25E2319D2B25}" srcOrd="1" destOrd="0" presId="urn:microsoft.com/office/officeart/2005/8/layout/hierarchy1"/>
    <dgm:cxn modelId="{B4A5BD03-B8C6-4464-93CD-95FEC17AD5AF}" type="presParOf" srcId="{56C41767-562B-4E41-9175-9932B2F3A672}" destId="{AA044967-F2CD-487B-95D5-BFCE980D8A0D}" srcOrd="1" destOrd="0" presId="urn:microsoft.com/office/officeart/2005/8/layout/hierarchy1"/>
    <dgm:cxn modelId="{C8114799-847D-4434-BFE2-47B9D981AD27}" type="presParOf" srcId="{F935415F-FD91-4604-891A-880AA26A0722}" destId="{6B701FD8-3FAA-4AD5-B270-2BF73EE6973E}" srcOrd="1" destOrd="0" presId="urn:microsoft.com/office/officeart/2005/8/layout/hierarchy1"/>
    <dgm:cxn modelId="{3A8E2BCD-14CE-4AA6-A611-2A4320A5E330}" type="presParOf" srcId="{6B701FD8-3FAA-4AD5-B270-2BF73EE6973E}" destId="{1592825A-B0A8-42C5-B13E-C6EEE73F7CBD}" srcOrd="0" destOrd="0" presId="urn:microsoft.com/office/officeart/2005/8/layout/hierarchy1"/>
    <dgm:cxn modelId="{C5E90C8A-E8BB-4710-B42D-459261D471D4}" type="presParOf" srcId="{1592825A-B0A8-42C5-B13E-C6EEE73F7CBD}" destId="{1727BAE6-3E83-4999-A12C-1E3C0103CC49}" srcOrd="0" destOrd="0" presId="urn:microsoft.com/office/officeart/2005/8/layout/hierarchy1"/>
    <dgm:cxn modelId="{8B561D56-459D-4294-A731-7EEF6D15E7C3}" type="presParOf" srcId="{1592825A-B0A8-42C5-B13E-C6EEE73F7CBD}" destId="{0B412354-ADAC-401A-8D38-D73952EF71D8}" srcOrd="1" destOrd="0" presId="urn:microsoft.com/office/officeart/2005/8/layout/hierarchy1"/>
    <dgm:cxn modelId="{E46127C9-B5E3-49C2-AA92-D7245150918C}" type="presParOf" srcId="{6B701FD8-3FAA-4AD5-B270-2BF73EE6973E}" destId="{9FEA2471-B3D9-43F3-99DB-781979931C95}" srcOrd="1" destOrd="0" presId="urn:microsoft.com/office/officeart/2005/8/layout/hierarchy1"/>
    <dgm:cxn modelId="{30E2792D-F50F-419B-ABCF-C05800D46A47}" type="presParOf" srcId="{F935415F-FD91-4604-891A-880AA26A0722}" destId="{0791C4C3-7EB9-4C8E-BEBC-DE66515A9A36}" srcOrd="2" destOrd="0" presId="urn:microsoft.com/office/officeart/2005/8/layout/hierarchy1"/>
    <dgm:cxn modelId="{B13F5FC6-95F6-4279-BA0E-305DF32FD631}" type="presParOf" srcId="{0791C4C3-7EB9-4C8E-BEBC-DE66515A9A36}" destId="{6809305F-AEE9-45C6-BC0C-960CBB1FDA12}" srcOrd="0" destOrd="0" presId="urn:microsoft.com/office/officeart/2005/8/layout/hierarchy1"/>
    <dgm:cxn modelId="{A348E680-1463-4881-ABA4-F5DC1D696DDF}" type="presParOf" srcId="{6809305F-AEE9-45C6-BC0C-960CBB1FDA12}" destId="{894DA99F-51D3-41FA-BA97-9E9C1A7AE174}" srcOrd="0" destOrd="0" presId="urn:microsoft.com/office/officeart/2005/8/layout/hierarchy1"/>
    <dgm:cxn modelId="{3B6814B5-A113-447E-BE57-1777D29C8AFC}" type="presParOf" srcId="{6809305F-AEE9-45C6-BC0C-960CBB1FDA12}" destId="{CEAB1BE0-C56F-4D1B-B2D0-234799F665FB}" srcOrd="1" destOrd="0" presId="urn:microsoft.com/office/officeart/2005/8/layout/hierarchy1"/>
    <dgm:cxn modelId="{6813D486-F9AB-4D90-8884-D7A20363A098}" type="presParOf" srcId="{0791C4C3-7EB9-4C8E-BEBC-DE66515A9A36}" destId="{458C711B-5CD2-4914-8380-91C91E9A6440}"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2FE98EB-4627-4678-94BD-B191BDC10F15}"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8348B569-AF24-41D0-B654-B6415321ADE0}">
      <dgm:prSet custT="1"/>
      <dgm:spPr/>
      <dgm:t>
        <a:bodyPr/>
        <a:lstStyle/>
        <a:p>
          <a:r>
            <a:rPr lang="en-GB" sz="1600" b="0" i="0" dirty="0">
              <a:solidFill>
                <a:srgbClr val="000000"/>
              </a:solidFill>
              <a:effectLst/>
              <a:latin typeface="CiscoSansLight"/>
            </a:rPr>
            <a:t>A true negative occurs when a signature is not fired when nonoffending traffic is captured and analysed. In other words, the sensor does not fire an alarm when it captures and analyses “normal” network traffic.</a:t>
          </a:r>
          <a:endParaRPr lang="en-US" sz="1600" dirty="0"/>
        </a:p>
      </dgm:t>
    </dgm:pt>
    <dgm:pt modelId="{6A009E4B-B911-42B8-97CA-3894A0F137C9}" type="parTrans" cxnId="{A40C9138-6E62-4BC3-B547-6306FD2E22B5}">
      <dgm:prSet/>
      <dgm:spPr/>
      <dgm:t>
        <a:bodyPr/>
        <a:lstStyle/>
        <a:p>
          <a:endParaRPr lang="en-US"/>
        </a:p>
      </dgm:t>
    </dgm:pt>
    <dgm:pt modelId="{2CE0076B-9A4C-4E8B-BF51-A64F26A2E21A}" type="sibTrans" cxnId="{A40C9138-6E62-4BC3-B547-6306FD2E22B5}">
      <dgm:prSet/>
      <dgm:spPr/>
      <dgm:t>
        <a:bodyPr/>
        <a:lstStyle/>
        <a:p>
          <a:endParaRPr lang="en-US"/>
        </a:p>
      </dgm:t>
    </dgm:pt>
    <dgm:pt modelId="{0B3EC6CB-FE37-4A25-A1B0-6D006E0F7E1A}">
      <dgm:prSet custT="1"/>
      <dgm:spPr/>
      <dgm:t>
        <a:bodyPr/>
        <a:lstStyle/>
        <a:p>
          <a:r>
            <a:rPr lang="en-GB" sz="1600" b="0" i="0" dirty="0">
              <a:solidFill>
                <a:srgbClr val="000000"/>
              </a:solidFill>
              <a:effectLst/>
              <a:latin typeface="CiscoSansLight"/>
            </a:rPr>
            <a:t>An alert has correctly not been generated when a specific activity has not occurred. </a:t>
          </a:r>
          <a:endParaRPr lang="en-US" sz="1300" dirty="0"/>
        </a:p>
      </dgm:t>
    </dgm:pt>
    <dgm:pt modelId="{8D3CE361-2D5A-4BB2-8B06-3D43F9EBB3B3}" type="parTrans" cxnId="{D0579C10-6FE1-41D8-B1F4-D63887E8D701}">
      <dgm:prSet/>
      <dgm:spPr/>
      <dgm:t>
        <a:bodyPr/>
        <a:lstStyle/>
        <a:p>
          <a:endParaRPr lang="en-US"/>
        </a:p>
      </dgm:t>
    </dgm:pt>
    <dgm:pt modelId="{604AE597-AC51-4687-97AE-0A16E82EF217}" type="sibTrans" cxnId="{D0579C10-6FE1-41D8-B1F4-D63887E8D701}">
      <dgm:prSet/>
      <dgm:spPr/>
      <dgm:t>
        <a:bodyPr/>
        <a:lstStyle/>
        <a:p>
          <a:endParaRPr lang="en-US"/>
        </a:p>
      </dgm:t>
    </dgm:pt>
    <dgm:pt modelId="{B9336391-9CE4-4242-A9CF-DDFE32E4B35E}">
      <dgm:prSet custT="1"/>
      <dgm:spPr/>
      <dgm:t>
        <a:bodyPr/>
        <a:lstStyle/>
        <a:p>
          <a:r>
            <a:rPr lang="en-GB" sz="1600" b="0" i="0" dirty="0">
              <a:solidFill>
                <a:srgbClr val="000000"/>
              </a:solidFill>
              <a:effectLst/>
              <a:latin typeface="CiscoSansLight"/>
            </a:rPr>
            <a:t>If a signature was designed to detect a certain type of malware, and no alert is generated without that malware being launched, then this is a true negative, which is also desirable. </a:t>
          </a:r>
          <a:endParaRPr lang="en-US" sz="1600" dirty="0"/>
        </a:p>
      </dgm:t>
    </dgm:pt>
    <dgm:pt modelId="{D006B040-4464-46A8-9EE3-89B9F0C5E50C}" type="parTrans" cxnId="{98FBE605-E50B-456D-89B1-CF725EAC485F}">
      <dgm:prSet/>
      <dgm:spPr/>
      <dgm:t>
        <a:bodyPr/>
        <a:lstStyle/>
        <a:p>
          <a:endParaRPr lang="en-US"/>
        </a:p>
      </dgm:t>
    </dgm:pt>
    <dgm:pt modelId="{75ED345C-9CC3-471C-8DB4-5E78D1324855}" type="sibTrans" cxnId="{98FBE605-E50B-456D-89B1-CF725EAC485F}">
      <dgm:prSet/>
      <dgm:spPr/>
      <dgm:t>
        <a:bodyPr/>
        <a:lstStyle/>
        <a:p>
          <a:endParaRPr lang="en-US"/>
        </a:p>
      </dgm:t>
    </dgm:pt>
    <dgm:pt modelId="{F935415F-FD91-4604-891A-880AA26A0722}" type="pres">
      <dgm:prSet presAssocID="{12FE98EB-4627-4678-94BD-B191BDC10F15}" presName="hierChild1" presStyleCnt="0">
        <dgm:presLayoutVars>
          <dgm:chPref val="1"/>
          <dgm:dir/>
          <dgm:animOne val="branch"/>
          <dgm:animLvl val="lvl"/>
          <dgm:resizeHandles/>
        </dgm:presLayoutVars>
      </dgm:prSet>
      <dgm:spPr/>
    </dgm:pt>
    <dgm:pt modelId="{56C41767-562B-4E41-9175-9932B2F3A672}" type="pres">
      <dgm:prSet presAssocID="{8348B569-AF24-41D0-B654-B6415321ADE0}" presName="hierRoot1" presStyleCnt="0"/>
      <dgm:spPr/>
    </dgm:pt>
    <dgm:pt modelId="{81048C26-164C-4FDD-8728-E94754455FC8}" type="pres">
      <dgm:prSet presAssocID="{8348B569-AF24-41D0-B654-B6415321ADE0}" presName="composite" presStyleCnt="0"/>
      <dgm:spPr/>
    </dgm:pt>
    <dgm:pt modelId="{8CDFE601-55FF-45AB-85D7-5134E2F2D633}" type="pres">
      <dgm:prSet presAssocID="{8348B569-AF24-41D0-B654-B6415321ADE0}" presName="background" presStyleLbl="node0" presStyleIdx="0" presStyleCnt="3"/>
      <dgm:spPr/>
    </dgm:pt>
    <dgm:pt modelId="{3DB9B063-5831-4DE0-958F-25E2319D2B25}" type="pres">
      <dgm:prSet presAssocID="{8348B569-AF24-41D0-B654-B6415321ADE0}" presName="text" presStyleLbl="fgAcc0" presStyleIdx="0" presStyleCnt="3" custScaleY="136348">
        <dgm:presLayoutVars>
          <dgm:chPref val="3"/>
        </dgm:presLayoutVars>
      </dgm:prSet>
      <dgm:spPr/>
    </dgm:pt>
    <dgm:pt modelId="{AA044967-F2CD-487B-95D5-BFCE980D8A0D}" type="pres">
      <dgm:prSet presAssocID="{8348B569-AF24-41D0-B654-B6415321ADE0}" presName="hierChild2" presStyleCnt="0"/>
      <dgm:spPr/>
    </dgm:pt>
    <dgm:pt modelId="{6B701FD8-3FAA-4AD5-B270-2BF73EE6973E}" type="pres">
      <dgm:prSet presAssocID="{0B3EC6CB-FE37-4A25-A1B0-6D006E0F7E1A}" presName="hierRoot1" presStyleCnt="0"/>
      <dgm:spPr/>
    </dgm:pt>
    <dgm:pt modelId="{1592825A-B0A8-42C5-B13E-C6EEE73F7CBD}" type="pres">
      <dgm:prSet presAssocID="{0B3EC6CB-FE37-4A25-A1B0-6D006E0F7E1A}" presName="composite" presStyleCnt="0"/>
      <dgm:spPr/>
    </dgm:pt>
    <dgm:pt modelId="{1727BAE6-3E83-4999-A12C-1E3C0103CC49}" type="pres">
      <dgm:prSet presAssocID="{0B3EC6CB-FE37-4A25-A1B0-6D006E0F7E1A}" presName="background" presStyleLbl="node0" presStyleIdx="1" presStyleCnt="3"/>
      <dgm:spPr/>
    </dgm:pt>
    <dgm:pt modelId="{0B412354-ADAC-401A-8D38-D73952EF71D8}" type="pres">
      <dgm:prSet presAssocID="{0B3EC6CB-FE37-4A25-A1B0-6D006E0F7E1A}" presName="text" presStyleLbl="fgAcc0" presStyleIdx="1" presStyleCnt="3" custScaleY="132397">
        <dgm:presLayoutVars>
          <dgm:chPref val="3"/>
        </dgm:presLayoutVars>
      </dgm:prSet>
      <dgm:spPr/>
    </dgm:pt>
    <dgm:pt modelId="{9FEA2471-B3D9-43F3-99DB-781979931C95}" type="pres">
      <dgm:prSet presAssocID="{0B3EC6CB-FE37-4A25-A1B0-6D006E0F7E1A}" presName="hierChild2" presStyleCnt="0"/>
      <dgm:spPr/>
    </dgm:pt>
    <dgm:pt modelId="{0791C4C3-7EB9-4C8E-BEBC-DE66515A9A36}" type="pres">
      <dgm:prSet presAssocID="{B9336391-9CE4-4242-A9CF-DDFE32E4B35E}" presName="hierRoot1" presStyleCnt="0"/>
      <dgm:spPr/>
    </dgm:pt>
    <dgm:pt modelId="{6809305F-AEE9-45C6-BC0C-960CBB1FDA12}" type="pres">
      <dgm:prSet presAssocID="{B9336391-9CE4-4242-A9CF-DDFE32E4B35E}" presName="composite" presStyleCnt="0"/>
      <dgm:spPr/>
    </dgm:pt>
    <dgm:pt modelId="{894DA99F-51D3-41FA-BA97-9E9C1A7AE174}" type="pres">
      <dgm:prSet presAssocID="{B9336391-9CE4-4242-A9CF-DDFE32E4B35E}" presName="background" presStyleLbl="node0" presStyleIdx="2" presStyleCnt="3"/>
      <dgm:spPr/>
    </dgm:pt>
    <dgm:pt modelId="{CEAB1BE0-C56F-4D1B-B2D0-234799F665FB}" type="pres">
      <dgm:prSet presAssocID="{B9336391-9CE4-4242-A9CF-DDFE32E4B35E}" presName="text" presStyleLbl="fgAcc0" presStyleIdx="2" presStyleCnt="3" custScaleY="127459">
        <dgm:presLayoutVars>
          <dgm:chPref val="3"/>
        </dgm:presLayoutVars>
      </dgm:prSet>
      <dgm:spPr/>
    </dgm:pt>
    <dgm:pt modelId="{458C711B-5CD2-4914-8380-91C91E9A6440}" type="pres">
      <dgm:prSet presAssocID="{B9336391-9CE4-4242-A9CF-DDFE32E4B35E}" presName="hierChild2" presStyleCnt="0"/>
      <dgm:spPr/>
    </dgm:pt>
  </dgm:ptLst>
  <dgm:cxnLst>
    <dgm:cxn modelId="{98FBE605-E50B-456D-89B1-CF725EAC485F}" srcId="{12FE98EB-4627-4678-94BD-B191BDC10F15}" destId="{B9336391-9CE4-4242-A9CF-DDFE32E4B35E}" srcOrd="2" destOrd="0" parTransId="{D006B040-4464-46A8-9EE3-89B9F0C5E50C}" sibTransId="{75ED345C-9CC3-471C-8DB4-5E78D1324855}"/>
    <dgm:cxn modelId="{D0579C10-6FE1-41D8-B1F4-D63887E8D701}" srcId="{12FE98EB-4627-4678-94BD-B191BDC10F15}" destId="{0B3EC6CB-FE37-4A25-A1B0-6D006E0F7E1A}" srcOrd="1" destOrd="0" parTransId="{8D3CE361-2D5A-4BB2-8B06-3D43F9EBB3B3}" sibTransId="{604AE597-AC51-4687-97AE-0A16E82EF217}"/>
    <dgm:cxn modelId="{E398D116-E384-4700-9F07-9604DE5B3881}" type="presOf" srcId="{12FE98EB-4627-4678-94BD-B191BDC10F15}" destId="{F935415F-FD91-4604-891A-880AA26A0722}" srcOrd="0" destOrd="0" presId="urn:microsoft.com/office/officeart/2005/8/layout/hierarchy1"/>
    <dgm:cxn modelId="{F18C6327-279C-402E-B4EE-6F74B36E7D1D}" type="presOf" srcId="{B9336391-9CE4-4242-A9CF-DDFE32E4B35E}" destId="{CEAB1BE0-C56F-4D1B-B2D0-234799F665FB}" srcOrd="0" destOrd="0" presId="urn:microsoft.com/office/officeart/2005/8/layout/hierarchy1"/>
    <dgm:cxn modelId="{A40C9138-6E62-4BC3-B547-6306FD2E22B5}" srcId="{12FE98EB-4627-4678-94BD-B191BDC10F15}" destId="{8348B569-AF24-41D0-B654-B6415321ADE0}" srcOrd="0" destOrd="0" parTransId="{6A009E4B-B911-42B8-97CA-3894A0F137C9}" sibTransId="{2CE0076B-9A4C-4E8B-BF51-A64F26A2E21A}"/>
    <dgm:cxn modelId="{CE627F8F-96FC-4522-83F4-DFD2EECC057E}" type="presOf" srcId="{0B3EC6CB-FE37-4A25-A1B0-6D006E0F7E1A}" destId="{0B412354-ADAC-401A-8D38-D73952EF71D8}" srcOrd="0" destOrd="0" presId="urn:microsoft.com/office/officeart/2005/8/layout/hierarchy1"/>
    <dgm:cxn modelId="{79E2019C-57EA-4E4C-BA77-2B8398EB7B6F}" type="presOf" srcId="{8348B569-AF24-41D0-B654-B6415321ADE0}" destId="{3DB9B063-5831-4DE0-958F-25E2319D2B25}" srcOrd="0" destOrd="0" presId="urn:microsoft.com/office/officeart/2005/8/layout/hierarchy1"/>
    <dgm:cxn modelId="{EB77BE9E-2999-47CE-8B2D-C43B58440453}" type="presParOf" srcId="{F935415F-FD91-4604-891A-880AA26A0722}" destId="{56C41767-562B-4E41-9175-9932B2F3A672}" srcOrd="0" destOrd="0" presId="urn:microsoft.com/office/officeart/2005/8/layout/hierarchy1"/>
    <dgm:cxn modelId="{F450E583-2F91-43EA-B9F6-B424C72677BF}" type="presParOf" srcId="{56C41767-562B-4E41-9175-9932B2F3A672}" destId="{81048C26-164C-4FDD-8728-E94754455FC8}" srcOrd="0" destOrd="0" presId="urn:microsoft.com/office/officeart/2005/8/layout/hierarchy1"/>
    <dgm:cxn modelId="{02F29C35-DE1D-469A-A573-83541CB4C33C}" type="presParOf" srcId="{81048C26-164C-4FDD-8728-E94754455FC8}" destId="{8CDFE601-55FF-45AB-85D7-5134E2F2D633}" srcOrd="0" destOrd="0" presId="urn:microsoft.com/office/officeart/2005/8/layout/hierarchy1"/>
    <dgm:cxn modelId="{3E499BA8-557C-44E3-97F5-37EB534C47D2}" type="presParOf" srcId="{81048C26-164C-4FDD-8728-E94754455FC8}" destId="{3DB9B063-5831-4DE0-958F-25E2319D2B25}" srcOrd="1" destOrd="0" presId="urn:microsoft.com/office/officeart/2005/8/layout/hierarchy1"/>
    <dgm:cxn modelId="{B4A5BD03-B8C6-4464-93CD-95FEC17AD5AF}" type="presParOf" srcId="{56C41767-562B-4E41-9175-9932B2F3A672}" destId="{AA044967-F2CD-487B-95D5-BFCE980D8A0D}" srcOrd="1" destOrd="0" presId="urn:microsoft.com/office/officeart/2005/8/layout/hierarchy1"/>
    <dgm:cxn modelId="{C8114799-847D-4434-BFE2-47B9D981AD27}" type="presParOf" srcId="{F935415F-FD91-4604-891A-880AA26A0722}" destId="{6B701FD8-3FAA-4AD5-B270-2BF73EE6973E}" srcOrd="1" destOrd="0" presId="urn:microsoft.com/office/officeart/2005/8/layout/hierarchy1"/>
    <dgm:cxn modelId="{3A8E2BCD-14CE-4AA6-A611-2A4320A5E330}" type="presParOf" srcId="{6B701FD8-3FAA-4AD5-B270-2BF73EE6973E}" destId="{1592825A-B0A8-42C5-B13E-C6EEE73F7CBD}" srcOrd="0" destOrd="0" presId="urn:microsoft.com/office/officeart/2005/8/layout/hierarchy1"/>
    <dgm:cxn modelId="{C5E90C8A-E8BB-4710-B42D-459261D471D4}" type="presParOf" srcId="{1592825A-B0A8-42C5-B13E-C6EEE73F7CBD}" destId="{1727BAE6-3E83-4999-A12C-1E3C0103CC49}" srcOrd="0" destOrd="0" presId="urn:microsoft.com/office/officeart/2005/8/layout/hierarchy1"/>
    <dgm:cxn modelId="{8B561D56-459D-4294-A731-7EEF6D15E7C3}" type="presParOf" srcId="{1592825A-B0A8-42C5-B13E-C6EEE73F7CBD}" destId="{0B412354-ADAC-401A-8D38-D73952EF71D8}" srcOrd="1" destOrd="0" presId="urn:microsoft.com/office/officeart/2005/8/layout/hierarchy1"/>
    <dgm:cxn modelId="{E46127C9-B5E3-49C2-AA92-D7245150918C}" type="presParOf" srcId="{6B701FD8-3FAA-4AD5-B270-2BF73EE6973E}" destId="{9FEA2471-B3D9-43F3-99DB-781979931C95}" srcOrd="1" destOrd="0" presId="urn:microsoft.com/office/officeart/2005/8/layout/hierarchy1"/>
    <dgm:cxn modelId="{30E2792D-F50F-419B-ABCF-C05800D46A47}" type="presParOf" srcId="{F935415F-FD91-4604-891A-880AA26A0722}" destId="{0791C4C3-7EB9-4C8E-BEBC-DE66515A9A36}" srcOrd="2" destOrd="0" presId="urn:microsoft.com/office/officeart/2005/8/layout/hierarchy1"/>
    <dgm:cxn modelId="{B13F5FC6-95F6-4279-BA0E-305DF32FD631}" type="presParOf" srcId="{0791C4C3-7EB9-4C8E-BEBC-DE66515A9A36}" destId="{6809305F-AEE9-45C6-BC0C-960CBB1FDA12}" srcOrd="0" destOrd="0" presId="urn:microsoft.com/office/officeart/2005/8/layout/hierarchy1"/>
    <dgm:cxn modelId="{A348E680-1463-4881-ABA4-F5DC1D696DDF}" type="presParOf" srcId="{6809305F-AEE9-45C6-BC0C-960CBB1FDA12}" destId="{894DA99F-51D3-41FA-BA97-9E9C1A7AE174}" srcOrd="0" destOrd="0" presId="urn:microsoft.com/office/officeart/2005/8/layout/hierarchy1"/>
    <dgm:cxn modelId="{3B6814B5-A113-447E-BE57-1777D29C8AFC}" type="presParOf" srcId="{6809305F-AEE9-45C6-BC0C-960CBB1FDA12}" destId="{CEAB1BE0-C56F-4D1B-B2D0-234799F665FB}" srcOrd="1" destOrd="0" presId="urn:microsoft.com/office/officeart/2005/8/layout/hierarchy1"/>
    <dgm:cxn modelId="{6813D486-F9AB-4D90-8884-D7A20363A098}" type="presParOf" srcId="{0791C4C3-7EB9-4C8E-BEBC-DE66515A9A36}" destId="{458C711B-5CD2-4914-8380-91C91E9A6440}"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2744E45-F97E-4FA6-A309-7FFEA67AEFC2}"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FDF25FD2-3C2C-4378-B342-0CA63D306100}">
      <dgm:prSet/>
      <dgm:spPr/>
      <dgm:t>
        <a:bodyPr/>
        <a:lstStyle/>
        <a:p>
          <a:r>
            <a:rPr lang="en-GB"/>
            <a:t>Imagine a word that is not coloured only in black and white, ruled not only by right and wrong or true and false, imagine the grey colour and the reality of not being absolutely right or merely wrong and then you will find yourself in the fuzzy word.</a:t>
          </a:r>
          <a:endParaRPr lang="en-US"/>
        </a:p>
      </dgm:t>
    </dgm:pt>
    <dgm:pt modelId="{EBC9E726-0A56-48B2-8641-426F9316E07E}" type="parTrans" cxnId="{05D82273-946B-455E-9E7D-F1AC50F0F693}">
      <dgm:prSet/>
      <dgm:spPr/>
      <dgm:t>
        <a:bodyPr/>
        <a:lstStyle/>
        <a:p>
          <a:endParaRPr lang="en-US"/>
        </a:p>
      </dgm:t>
    </dgm:pt>
    <dgm:pt modelId="{FB524A3B-F99C-40C7-B74E-14C4BA8075A2}" type="sibTrans" cxnId="{05D82273-946B-455E-9E7D-F1AC50F0F693}">
      <dgm:prSet/>
      <dgm:spPr/>
      <dgm:t>
        <a:bodyPr/>
        <a:lstStyle/>
        <a:p>
          <a:endParaRPr lang="en-US"/>
        </a:p>
      </dgm:t>
    </dgm:pt>
    <dgm:pt modelId="{3E62DBD9-835B-49B5-BEE9-39AA6CC0300E}">
      <dgm:prSet/>
      <dgm:spPr/>
      <dgm:t>
        <a:bodyPr/>
        <a:lstStyle/>
        <a:p>
          <a:r>
            <a:rPr lang="en-GB" dirty="0"/>
            <a:t>Fuzzy logic extends traditional logic, enabling it to handle calculations and language variables. For example, one can say “It may be snowing in the evening”. In this statement “may” can be interpreted as “there is a 50% </a:t>
          </a:r>
          <a:r>
            <a:rPr lang="en-GB" b="1" dirty="0"/>
            <a:t>probability</a:t>
          </a:r>
          <a:r>
            <a:rPr lang="en-GB" dirty="0"/>
            <a:t> of snowing in the evening”.</a:t>
          </a:r>
          <a:endParaRPr lang="en-US" dirty="0"/>
        </a:p>
      </dgm:t>
    </dgm:pt>
    <dgm:pt modelId="{84A4E33D-E6BC-4C7F-9004-69C18B7D1237}" type="parTrans" cxnId="{E5E30E63-1803-455C-8B5A-5FA1F66273E8}">
      <dgm:prSet/>
      <dgm:spPr/>
      <dgm:t>
        <a:bodyPr/>
        <a:lstStyle/>
        <a:p>
          <a:endParaRPr lang="en-US"/>
        </a:p>
      </dgm:t>
    </dgm:pt>
    <dgm:pt modelId="{E62748AF-E4D0-4901-B369-C24EDFA00094}" type="sibTrans" cxnId="{E5E30E63-1803-455C-8B5A-5FA1F66273E8}">
      <dgm:prSet/>
      <dgm:spPr/>
      <dgm:t>
        <a:bodyPr/>
        <a:lstStyle/>
        <a:p>
          <a:endParaRPr lang="en-US"/>
        </a:p>
      </dgm:t>
    </dgm:pt>
    <dgm:pt modelId="{A6B88F76-0600-4EF5-979D-644DFB115A2F}" type="pres">
      <dgm:prSet presAssocID="{D2744E45-F97E-4FA6-A309-7FFEA67AEFC2}" presName="linear" presStyleCnt="0">
        <dgm:presLayoutVars>
          <dgm:animLvl val="lvl"/>
          <dgm:resizeHandles val="exact"/>
        </dgm:presLayoutVars>
      </dgm:prSet>
      <dgm:spPr/>
    </dgm:pt>
    <dgm:pt modelId="{AD7A127E-ACF6-4264-BDFD-94151E222989}" type="pres">
      <dgm:prSet presAssocID="{FDF25FD2-3C2C-4378-B342-0CA63D306100}" presName="parentText" presStyleLbl="node1" presStyleIdx="0" presStyleCnt="2">
        <dgm:presLayoutVars>
          <dgm:chMax val="0"/>
          <dgm:bulletEnabled val="1"/>
        </dgm:presLayoutVars>
      </dgm:prSet>
      <dgm:spPr/>
    </dgm:pt>
    <dgm:pt modelId="{85BD603D-975C-4003-ADA4-09DC6A37E389}" type="pres">
      <dgm:prSet presAssocID="{FB524A3B-F99C-40C7-B74E-14C4BA8075A2}" presName="spacer" presStyleCnt="0"/>
      <dgm:spPr/>
    </dgm:pt>
    <dgm:pt modelId="{C093BC25-D036-4B88-9508-90BD151BCD5A}" type="pres">
      <dgm:prSet presAssocID="{3E62DBD9-835B-49B5-BEE9-39AA6CC0300E}" presName="parentText" presStyleLbl="node1" presStyleIdx="1" presStyleCnt="2" custLinFactY="30414" custLinFactNeighborX="277" custLinFactNeighborY="100000">
        <dgm:presLayoutVars>
          <dgm:chMax val="0"/>
          <dgm:bulletEnabled val="1"/>
        </dgm:presLayoutVars>
      </dgm:prSet>
      <dgm:spPr/>
    </dgm:pt>
  </dgm:ptLst>
  <dgm:cxnLst>
    <dgm:cxn modelId="{E5E30E63-1803-455C-8B5A-5FA1F66273E8}" srcId="{D2744E45-F97E-4FA6-A309-7FFEA67AEFC2}" destId="{3E62DBD9-835B-49B5-BEE9-39AA6CC0300E}" srcOrd="1" destOrd="0" parTransId="{84A4E33D-E6BC-4C7F-9004-69C18B7D1237}" sibTransId="{E62748AF-E4D0-4901-B369-C24EDFA00094}"/>
    <dgm:cxn modelId="{976D3271-7535-4BCD-A2D8-046C25B92719}" type="presOf" srcId="{D2744E45-F97E-4FA6-A309-7FFEA67AEFC2}" destId="{A6B88F76-0600-4EF5-979D-644DFB115A2F}" srcOrd="0" destOrd="0" presId="urn:microsoft.com/office/officeart/2005/8/layout/vList2"/>
    <dgm:cxn modelId="{05D82273-946B-455E-9E7D-F1AC50F0F693}" srcId="{D2744E45-F97E-4FA6-A309-7FFEA67AEFC2}" destId="{FDF25FD2-3C2C-4378-B342-0CA63D306100}" srcOrd="0" destOrd="0" parTransId="{EBC9E726-0A56-48B2-8641-426F9316E07E}" sibTransId="{FB524A3B-F99C-40C7-B74E-14C4BA8075A2}"/>
    <dgm:cxn modelId="{3684409F-C13F-4FEE-BC6F-88FF016FE1BB}" type="presOf" srcId="{3E62DBD9-835B-49B5-BEE9-39AA6CC0300E}" destId="{C093BC25-D036-4B88-9508-90BD151BCD5A}" srcOrd="0" destOrd="0" presId="urn:microsoft.com/office/officeart/2005/8/layout/vList2"/>
    <dgm:cxn modelId="{7006B49F-632B-4265-96CE-4EC8CC5A2F8D}" type="presOf" srcId="{FDF25FD2-3C2C-4378-B342-0CA63D306100}" destId="{AD7A127E-ACF6-4264-BDFD-94151E222989}" srcOrd="0" destOrd="0" presId="urn:microsoft.com/office/officeart/2005/8/layout/vList2"/>
    <dgm:cxn modelId="{55623AC4-141F-47B3-920D-FCE2890E688C}" type="presParOf" srcId="{A6B88F76-0600-4EF5-979D-644DFB115A2F}" destId="{AD7A127E-ACF6-4264-BDFD-94151E222989}" srcOrd="0" destOrd="0" presId="urn:microsoft.com/office/officeart/2005/8/layout/vList2"/>
    <dgm:cxn modelId="{3E838C02-AA34-4619-AFE9-A71868AA618E}" type="presParOf" srcId="{A6B88F76-0600-4EF5-979D-644DFB115A2F}" destId="{85BD603D-975C-4003-ADA4-09DC6A37E389}" srcOrd="1" destOrd="0" presId="urn:microsoft.com/office/officeart/2005/8/layout/vList2"/>
    <dgm:cxn modelId="{6724113D-A1C8-4E16-8BE5-2915458568BC}" type="presParOf" srcId="{A6B88F76-0600-4EF5-979D-644DFB115A2F}" destId="{C093BC25-D036-4B88-9508-90BD151BCD5A}"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EDDF2FF-DBC6-4348-A0FD-C8A1888F6EBD}"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317E2898-16FA-4966-850A-4C2CF1CD97B9}">
      <dgm:prSet custT="1"/>
      <dgm:spPr/>
      <dgm:t>
        <a:bodyPr/>
        <a:lstStyle/>
        <a:p>
          <a:pPr>
            <a:lnSpc>
              <a:spcPct val="100000"/>
            </a:lnSpc>
          </a:pPr>
          <a:r>
            <a:rPr lang="en-GB" sz="1600" dirty="0"/>
            <a:t>IPSs provide a proactive component that integrates very effectively into your overall network security framework. </a:t>
          </a:r>
          <a:endParaRPr lang="en-US" sz="1600" dirty="0"/>
        </a:p>
      </dgm:t>
    </dgm:pt>
    <dgm:pt modelId="{BC31F106-BBFF-4192-8865-2E5E44C64653}" type="parTrans" cxnId="{6648BA4C-7C7D-4E7B-AD6C-5B618CFD0C3F}">
      <dgm:prSet/>
      <dgm:spPr/>
      <dgm:t>
        <a:bodyPr/>
        <a:lstStyle/>
        <a:p>
          <a:endParaRPr lang="en-US" sz="1600"/>
        </a:p>
      </dgm:t>
    </dgm:pt>
    <dgm:pt modelId="{4C36253C-1B72-4D70-B482-1C7AB8456CAE}" type="sibTrans" cxnId="{6648BA4C-7C7D-4E7B-AD6C-5B618CFD0C3F}">
      <dgm:prSet/>
      <dgm:spPr/>
      <dgm:t>
        <a:bodyPr/>
        <a:lstStyle/>
        <a:p>
          <a:endParaRPr lang="en-US" sz="1600"/>
        </a:p>
      </dgm:t>
    </dgm:pt>
    <dgm:pt modelId="{74F6ADD1-FCE8-4836-B35C-9132936BFAC8}">
      <dgm:prSet custT="1"/>
      <dgm:spPr/>
      <dgm:t>
        <a:bodyPr/>
        <a:lstStyle/>
        <a:p>
          <a:pPr>
            <a:lnSpc>
              <a:spcPct val="100000"/>
            </a:lnSpc>
          </a:pPr>
          <a:r>
            <a:rPr lang="en-GB" sz="1600" dirty="0"/>
            <a:t>Combining Intrusion Prevention with other security components, such as an IDS and perimeter firewalls, provides a robust defence-in-depth network security solution.</a:t>
          </a:r>
          <a:endParaRPr lang="en-US" sz="1600" dirty="0"/>
        </a:p>
      </dgm:t>
    </dgm:pt>
    <dgm:pt modelId="{66DF22C8-E3FB-4AC4-A33C-B7CC3620C745}" type="parTrans" cxnId="{1EDC8352-852E-403C-A615-3FD76A15E61C}">
      <dgm:prSet/>
      <dgm:spPr/>
      <dgm:t>
        <a:bodyPr/>
        <a:lstStyle/>
        <a:p>
          <a:endParaRPr lang="en-US" sz="1600"/>
        </a:p>
      </dgm:t>
    </dgm:pt>
    <dgm:pt modelId="{D3570C3A-D692-4568-B9D6-EE719E627F87}" type="sibTrans" cxnId="{1EDC8352-852E-403C-A615-3FD76A15E61C}">
      <dgm:prSet/>
      <dgm:spPr/>
      <dgm:t>
        <a:bodyPr/>
        <a:lstStyle/>
        <a:p>
          <a:endParaRPr lang="en-US" sz="1600"/>
        </a:p>
      </dgm:t>
    </dgm:pt>
    <dgm:pt modelId="{D986B935-CD5E-4C65-8E6D-97B0A4DB7070}">
      <dgm:prSet custT="1"/>
      <dgm:spPr/>
      <dgm:t>
        <a:bodyPr/>
        <a:lstStyle/>
        <a:p>
          <a:pPr>
            <a:lnSpc>
              <a:spcPct val="100000"/>
            </a:lnSpc>
          </a:pPr>
          <a:r>
            <a:rPr lang="en-GB" sz="1600" dirty="0"/>
            <a:t>Intrusion Prevention technology enables you to stop intrusion traffic before it enters your network by placing the sensor as a Layer 2 (Ethernet layer) forwarding device in the network.</a:t>
          </a:r>
          <a:endParaRPr lang="en-US" sz="1600" dirty="0"/>
        </a:p>
      </dgm:t>
    </dgm:pt>
    <dgm:pt modelId="{CC47BE57-2D34-40A4-8B1A-EA0C208EF9A0}" type="parTrans" cxnId="{84AF55EB-3058-4891-9CE6-662F79A1952E}">
      <dgm:prSet/>
      <dgm:spPr/>
      <dgm:t>
        <a:bodyPr/>
        <a:lstStyle/>
        <a:p>
          <a:endParaRPr lang="en-US" sz="1600"/>
        </a:p>
      </dgm:t>
    </dgm:pt>
    <dgm:pt modelId="{4071C890-8997-49DB-AB5B-67C2F7926741}" type="sibTrans" cxnId="{84AF55EB-3058-4891-9CE6-662F79A1952E}">
      <dgm:prSet/>
      <dgm:spPr/>
      <dgm:t>
        <a:bodyPr/>
        <a:lstStyle/>
        <a:p>
          <a:endParaRPr lang="en-US" sz="1600"/>
        </a:p>
      </dgm:t>
    </dgm:pt>
    <dgm:pt modelId="{64070EC5-6BC0-41C3-8A17-967D1D824812}">
      <dgm:prSet custT="1"/>
      <dgm:spPr/>
      <dgm:t>
        <a:bodyPr/>
        <a:lstStyle/>
        <a:p>
          <a:pPr>
            <a:lnSpc>
              <a:spcPct val="100000"/>
            </a:lnSpc>
          </a:pPr>
          <a:r>
            <a:rPr lang="en-GB" sz="1600" dirty="0"/>
            <a:t>One of the main benefits of Network Intrusion Prevention is the ability to stop intrusive traffic from reaching the target system.</a:t>
          </a:r>
          <a:endParaRPr lang="en-US" sz="1600" dirty="0"/>
        </a:p>
      </dgm:t>
    </dgm:pt>
    <dgm:pt modelId="{96BA973B-1C62-44DB-BDF6-6D6367B88ED2}" type="parTrans" cxnId="{050DD592-1AA1-4378-A19F-7C7AC3914347}">
      <dgm:prSet/>
      <dgm:spPr/>
      <dgm:t>
        <a:bodyPr/>
        <a:lstStyle/>
        <a:p>
          <a:endParaRPr lang="en-US" sz="1600"/>
        </a:p>
      </dgm:t>
    </dgm:pt>
    <dgm:pt modelId="{206004D6-ED0E-4644-8F4F-2F1E90926E06}" type="sibTrans" cxnId="{050DD592-1AA1-4378-A19F-7C7AC3914347}">
      <dgm:prSet/>
      <dgm:spPr/>
      <dgm:t>
        <a:bodyPr/>
        <a:lstStyle/>
        <a:p>
          <a:endParaRPr lang="en-US" sz="1600"/>
        </a:p>
      </dgm:t>
    </dgm:pt>
    <dgm:pt modelId="{39256165-2138-4325-8F56-C2DD30CB99AB}" type="pres">
      <dgm:prSet presAssocID="{2EDDF2FF-DBC6-4348-A0FD-C8A1888F6EBD}" presName="root" presStyleCnt="0">
        <dgm:presLayoutVars>
          <dgm:dir/>
          <dgm:resizeHandles val="exact"/>
        </dgm:presLayoutVars>
      </dgm:prSet>
      <dgm:spPr/>
    </dgm:pt>
    <dgm:pt modelId="{3265021B-5AF2-4A79-AEDE-A9F8C9D02A3C}" type="pres">
      <dgm:prSet presAssocID="{317E2898-16FA-4966-850A-4C2CF1CD97B9}" presName="compNode" presStyleCnt="0"/>
      <dgm:spPr/>
    </dgm:pt>
    <dgm:pt modelId="{00A5CBC0-A459-4717-97D4-4DC477D36FCC}" type="pres">
      <dgm:prSet presAssocID="{317E2898-16FA-4966-850A-4C2CF1CD97B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Network"/>
        </a:ext>
      </dgm:extLst>
    </dgm:pt>
    <dgm:pt modelId="{B182B79F-8BE5-46F2-AF04-9436319ADBCC}" type="pres">
      <dgm:prSet presAssocID="{317E2898-16FA-4966-850A-4C2CF1CD97B9}" presName="spaceRect" presStyleCnt="0"/>
      <dgm:spPr/>
    </dgm:pt>
    <dgm:pt modelId="{1963826E-08B2-4886-A95E-8E539A056416}" type="pres">
      <dgm:prSet presAssocID="{317E2898-16FA-4966-850A-4C2CF1CD97B9}" presName="textRect" presStyleLbl="revTx" presStyleIdx="0" presStyleCnt="4">
        <dgm:presLayoutVars>
          <dgm:chMax val="1"/>
          <dgm:chPref val="1"/>
        </dgm:presLayoutVars>
      </dgm:prSet>
      <dgm:spPr/>
    </dgm:pt>
    <dgm:pt modelId="{AB369113-C663-442B-A242-A5519B627167}" type="pres">
      <dgm:prSet presAssocID="{4C36253C-1B72-4D70-B482-1C7AB8456CAE}" presName="sibTrans" presStyleCnt="0"/>
      <dgm:spPr/>
    </dgm:pt>
    <dgm:pt modelId="{1ED9B9EF-30DA-4F5D-8EE2-BA54D78E2775}" type="pres">
      <dgm:prSet presAssocID="{74F6ADD1-FCE8-4836-B35C-9132936BFAC8}" presName="compNode" presStyleCnt="0"/>
      <dgm:spPr/>
    </dgm:pt>
    <dgm:pt modelId="{A156D593-D5E5-497A-A6CA-24120DDB658B}" type="pres">
      <dgm:prSet presAssocID="{74F6ADD1-FCE8-4836-B35C-9132936BFAC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isconnected"/>
        </a:ext>
      </dgm:extLst>
    </dgm:pt>
    <dgm:pt modelId="{235EBA29-45DD-4D52-A4C0-BB693780E06C}" type="pres">
      <dgm:prSet presAssocID="{74F6ADD1-FCE8-4836-B35C-9132936BFAC8}" presName="spaceRect" presStyleCnt="0"/>
      <dgm:spPr/>
    </dgm:pt>
    <dgm:pt modelId="{700B8D54-AFD3-40A7-8390-7476EE559E20}" type="pres">
      <dgm:prSet presAssocID="{74F6ADD1-FCE8-4836-B35C-9132936BFAC8}" presName="textRect" presStyleLbl="revTx" presStyleIdx="1" presStyleCnt="4">
        <dgm:presLayoutVars>
          <dgm:chMax val="1"/>
          <dgm:chPref val="1"/>
        </dgm:presLayoutVars>
      </dgm:prSet>
      <dgm:spPr/>
    </dgm:pt>
    <dgm:pt modelId="{9E31AB93-9C46-4EFC-B06D-D4FAD583090C}" type="pres">
      <dgm:prSet presAssocID="{D3570C3A-D692-4568-B9D6-EE719E627F87}" presName="sibTrans" presStyleCnt="0"/>
      <dgm:spPr/>
    </dgm:pt>
    <dgm:pt modelId="{07C57484-7EB4-4CD8-B103-127E01D7EC1D}" type="pres">
      <dgm:prSet presAssocID="{D986B935-CD5E-4C65-8E6D-97B0A4DB7070}" presName="compNode" presStyleCnt="0"/>
      <dgm:spPr/>
    </dgm:pt>
    <dgm:pt modelId="{AE95EC22-2773-45F7-9398-FCC3AD2DC103}" type="pres">
      <dgm:prSet presAssocID="{D986B935-CD5E-4C65-8E6D-97B0A4DB7070}"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Wireless router"/>
        </a:ext>
      </dgm:extLst>
    </dgm:pt>
    <dgm:pt modelId="{136A1CDC-93E5-4693-8ED9-8133B09FEB54}" type="pres">
      <dgm:prSet presAssocID="{D986B935-CD5E-4C65-8E6D-97B0A4DB7070}" presName="spaceRect" presStyleCnt="0"/>
      <dgm:spPr/>
    </dgm:pt>
    <dgm:pt modelId="{BCEEC960-D1FD-42AE-A1FB-CFD161DE955A}" type="pres">
      <dgm:prSet presAssocID="{D986B935-CD5E-4C65-8E6D-97B0A4DB7070}" presName="textRect" presStyleLbl="revTx" presStyleIdx="2" presStyleCnt="4">
        <dgm:presLayoutVars>
          <dgm:chMax val="1"/>
          <dgm:chPref val="1"/>
        </dgm:presLayoutVars>
      </dgm:prSet>
      <dgm:spPr/>
    </dgm:pt>
    <dgm:pt modelId="{661E2D40-CBF7-4CC8-93E4-BD9434B04E10}" type="pres">
      <dgm:prSet presAssocID="{4071C890-8997-49DB-AB5B-67C2F7926741}" presName="sibTrans" presStyleCnt="0"/>
      <dgm:spPr/>
    </dgm:pt>
    <dgm:pt modelId="{5A29B669-9379-4680-8F53-B71151B80AEC}" type="pres">
      <dgm:prSet presAssocID="{64070EC5-6BC0-41C3-8A17-967D1D824812}" presName="compNode" presStyleCnt="0"/>
      <dgm:spPr/>
    </dgm:pt>
    <dgm:pt modelId="{7A14B78C-6CC1-4CF7-9D4B-2198BB20BB26}" type="pres">
      <dgm:prSet presAssocID="{64070EC5-6BC0-41C3-8A17-967D1D82481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Lock"/>
        </a:ext>
      </dgm:extLst>
    </dgm:pt>
    <dgm:pt modelId="{DB79B092-C289-4585-8FAB-F4024A42FCB5}" type="pres">
      <dgm:prSet presAssocID="{64070EC5-6BC0-41C3-8A17-967D1D824812}" presName="spaceRect" presStyleCnt="0"/>
      <dgm:spPr/>
    </dgm:pt>
    <dgm:pt modelId="{A278584C-6FF9-453E-916C-695B0B1FDFC3}" type="pres">
      <dgm:prSet presAssocID="{64070EC5-6BC0-41C3-8A17-967D1D824812}" presName="textRect" presStyleLbl="revTx" presStyleIdx="3" presStyleCnt="4">
        <dgm:presLayoutVars>
          <dgm:chMax val="1"/>
          <dgm:chPref val="1"/>
        </dgm:presLayoutVars>
      </dgm:prSet>
      <dgm:spPr/>
    </dgm:pt>
  </dgm:ptLst>
  <dgm:cxnLst>
    <dgm:cxn modelId="{462A9403-4147-4973-9204-57CEA6E318D4}" type="presOf" srcId="{2EDDF2FF-DBC6-4348-A0FD-C8A1888F6EBD}" destId="{39256165-2138-4325-8F56-C2DD30CB99AB}" srcOrd="0" destOrd="0" presId="urn:microsoft.com/office/officeart/2018/2/layout/IconLabelList"/>
    <dgm:cxn modelId="{1B869118-678F-44F0-A967-8EAA58AA0AC6}" type="presOf" srcId="{64070EC5-6BC0-41C3-8A17-967D1D824812}" destId="{A278584C-6FF9-453E-916C-695B0B1FDFC3}" srcOrd="0" destOrd="0" presId="urn:microsoft.com/office/officeart/2018/2/layout/IconLabelList"/>
    <dgm:cxn modelId="{6648BA4C-7C7D-4E7B-AD6C-5B618CFD0C3F}" srcId="{2EDDF2FF-DBC6-4348-A0FD-C8A1888F6EBD}" destId="{317E2898-16FA-4966-850A-4C2CF1CD97B9}" srcOrd="0" destOrd="0" parTransId="{BC31F106-BBFF-4192-8865-2E5E44C64653}" sibTransId="{4C36253C-1B72-4D70-B482-1C7AB8456CAE}"/>
    <dgm:cxn modelId="{1EDC8352-852E-403C-A615-3FD76A15E61C}" srcId="{2EDDF2FF-DBC6-4348-A0FD-C8A1888F6EBD}" destId="{74F6ADD1-FCE8-4836-B35C-9132936BFAC8}" srcOrd="1" destOrd="0" parTransId="{66DF22C8-E3FB-4AC4-A33C-B7CC3620C745}" sibTransId="{D3570C3A-D692-4568-B9D6-EE719E627F87}"/>
    <dgm:cxn modelId="{050DD592-1AA1-4378-A19F-7C7AC3914347}" srcId="{2EDDF2FF-DBC6-4348-A0FD-C8A1888F6EBD}" destId="{64070EC5-6BC0-41C3-8A17-967D1D824812}" srcOrd="3" destOrd="0" parTransId="{96BA973B-1C62-44DB-BDF6-6D6367B88ED2}" sibTransId="{206004D6-ED0E-4644-8F4F-2F1E90926E06}"/>
    <dgm:cxn modelId="{4C9308A2-EBA8-49D5-9357-90FA24CAD89F}" type="presOf" srcId="{D986B935-CD5E-4C65-8E6D-97B0A4DB7070}" destId="{BCEEC960-D1FD-42AE-A1FB-CFD161DE955A}" srcOrd="0" destOrd="0" presId="urn:microsoft.com/office/officeart/2018/2/layout/IconLabelList"/>
    <dgm:cxn modelId="{A672EBA8-619F-4029-9566-1058D4F92475}" type="presOf" srcId="{317E2898-16FA-4966-850A-4C2CF1CD97B9}" destId="{1963826E-08B2-4886-A95E-8E539A056416}" srcOrd="0" destOrd="0" presId="urn:microsoft.com/office/officeart/2018/2/layout/IconLabelList"/>
    <dgm:cxn modelId="{A198E5E5-5762-42F2-A727-6EB37FE19781}" type="presOf" srcId="{74F6ADD1-FCE8-4836-B35C-9132936BFAC8}" destId="{700B8D54-AFD3-40A7-8390-7476EE559E20}" srcOrd="0" destOrd="0" presId="urn:microsoft.com/office/officeart/2018/2/layout/IconLabelList"/>
    <dgm:cxn modelId="{84AF55EB-3058-4891-9CE6-662F79A1952E}" srcId="{2EDDF2FF-DBC6-4348-A0FD-C8A1888F6EBD}" destId="{D986B935-CD5E-4C65-8E6D-97B0A4DB7070}" srcOrd="2" destOrd="0" parTransId="{CC47BE57-2D34-40A4-8B1A-EA0C208EF9A0}" sibTransId="{4071C890-8997-49DB-AB5B-67C2F7926741}"/>
    <dgm:cxn modelId="{87AA7042-EF0E-4007-A951-4594D294BCD4}" type="presParOf" srcId="{39256165-2138-4325-8F56-C2DD30CB99AB}" destId="{3265021B-5AF2-4A79-AEDE-A9F8C9D02A3C}" srcOrd="0" destOrd="0" presId="urn:microsoft.com/office/officeart/2018/2/layout/IconLabelList"/>
    <dgm:cxn modelId="{7359F5FE-E5D5-40CF-9941-43146CE5D002}" type="presParOf" srcId="{3265021B-5AF2-4A79-AEDE-A9F8C9D02A3C}" destId="{00A5CBC0-A459-4717-97D4-4DC477D36FCC}" srcOrd="0" destOrd="0" presId="urn:microsoft.com/office/officeart/2018/2/layout/IconLabelList"/>
    <dgm:cxn modelId="{78CAF076-BFCD-4104-ADCB-1CD9F0613E37}" type="presParOf" srcId="{3265021B-5AF2-4A79-AEDE-A9F8C9D02A3C}" destId="{B182B79F-8BE5-46F2-AF04-9436319ADBCC}" srcOrd="1" destOrd="0" presId="urn:microsoft.com/office/officeart/2018/2/layout/IconLabelList"/>
    <dgm:cxn modelId="{97094FA0-053F-4B71-A688-C6A8D30A6F5A}" type="presParOf" srcId="{3265021B-5AF2-4A79-AEDE-A9F8C9D02A3C}" destId="{1963826E-08B2-4886-A95E-8E539A056416}" srcOrd="2" destOrd="0" presId="urn:microsoft.com/office/officeart/2018/2/layout/IconLabelList"/>
    <dgm:cxn modelId="{A76698B7-7653-462E-835F-5A7A2F7A6B6C}" type="presParOf" srcId="{39256165-2138-4325-8F56-C2DD30CB99AB}" destId="{AB369113-C663-442B-A242-A5519B627167}" srcOrd="1" destOrd="0" presId="urn:microsoft.com/office/officeart/2018/2/layout/IconLabelList"/>
    <dgm:cxn modelId="{01713FF2-A1F2-41A3-B1F4-057EDD8E48CE}" type="presParOf" srcId="{39256165-2138-4325-8F56-C2DD30CB99AB}" destId="{1ED9B9EF-30DA-4F5D-8EE2-BA54D78E2775}" srcOrd="2" destOrd="0" presId="urn:microsoft.com/office/officeart/2018/2/layout/IconLabelList"/>
    <dgm:cxn modelId="{0FAADDC9-2CC3-4278-AF71-FB8C28C1C8A5}" type="presParOf" srcId="{1ED9B9EF-30DA-4F5D-8EE2-BA54D78E2775}" destId="{A156D593-D5E5-497A-A6CA-24120DDB658B}" srcOrd="0" destOrd="0" presId="urn:microsoft.com/office/officeart/2018/2/layout/IconLabelList"/>
    <dgm:cxn modelId="{EAF8FC72-0CE3-4C86-BFAF-43BB4CED00CF}" type="presParOf" srcId="{1ED9B9EF-30DA-4F5D-8EE2-BA54D78E2775}" destId="{235EBA29-45DD-4D52-A4C0-BB693780E06C}" srcOrd="1" destOrd="0" presId="urn:microsoft.com/office/officeart/2018/2/layout/IconLabelList"/>
    <dgm:cxn modelId="{16F79C07-9E01-4B84-99F9-86468F052B4F}" type="presParOf" srcId="{1ED9B9EF-30DA-4F5D-8EE2-BA54D78E2775}" destId="{700B8D54-AFD3-40A7-8390-7476EE559E20}" srcOrd="2" destOrd="0" presId="urn:microsoft.com/office/officeart/2018/2/layout/IconLabelList"/>
    <dgm:cxn modelId="{C84CA086-1C9B-45EE-8A63-F625EB538CDF}" type="presParOf" srcId="{39256165-2138-4325-8F56-C2DD30CB99AB}" destId="{9E31AB93-9C46-4EFC-B06D-D4FAD583090C}" srcOrd="3" destOrd="0" presId="urn:microsoft.com/office/officeart/2018/2/layout/IconLabelList"/>
    <dgm:cxn modelId="{A8A656F0-C462-48B0-9B11-F6CC628F9DF5}" type="presParOf" srcId="{39256165-2138-4325-8F56-C2DD30CB99AB}" destId="{07C57484-7EB4-4CD8-B103-127E01D7EC1D}" srcOrd="4" destOrd="0" presId="urn:microsoft.com/office/officeart/2018/2/layout/IconLabelList"/>
    <dgm:cxn modelId="{03EF0783-6878-4275-B28C-744B4D664E99}" type="presParOf" srcId="{07C57484-7EB4-4CD8-B103-127E01D7EC1D}" destId="{AE95EC22-2773-45F7-9398-FCC3AD2DC103}" srcOrd="0" destOrd="0" presId="urn:microsoft.com/office/officeart/2018/2/layout/IconLabelList"/>
    <dgm:cxn modelId="{8B85A67A-3844-42B9-9587-609589B45E6B}" type="presParOf" srcId="{07C57484-7EB4-4CD8-B103-127E01D7EC1D}" destId="{136A1CDC-93E5-4693-8ED9-8133B09FEB54}" srcOrd="1" destOrd="0" presId="urn:microsoft.com/office/officeart/2018/2/layout/IconLabelList"/>
    <dgm:cxn modelId="{B469F310-2D1B-4D62-A00E-CEFD7245512A}" type="presParOf" srcId="{07C57484-7EB4-4CD8-B103-127E01D7EC1D}" destId="{BCEEC960-D1FD-42AE-A1FB-CFD161DE955A}" srcOrd="2" destOrd="0" presId="urn:microsoft.com/office/officeart/2018/2/layout/IconLabelList"/>
    <dgm:cxn modelId="{236FDA4D-012F-41CA-A408-E0D1A79FDD17}" type="presParOf" srcId="{39256165-2138-4325-8F56-C2DD30CB99AB}" destId="{661E2D40-CBF7-4CC8-93E4-BD9434B04E10}" srcOrd="5" destOrd="0" presId="urn:microsoft.com/office/officeart/2018/2/layout/IconLabelList"/>
    <dgm:cxn modelId="{BC1D128A-E998-4636-BD8C-9E5DDF736A26}" type="presParOf" srcId="{39256165-2138-4325-8F56-C2DD30CB99AB}" destId="{5A29B669-9379-4680-8F53-B71151B80AEC}" srcOrd="6" destOrd="0" presId="urn:microsoft.com/office/officeart/2018/2/layout/IconLabelList"/>
    <dgm:cxn modelId="{AED631EC-7CD5-4675-87A8-E73540ACFEE3}" type="presParOf" srcId="{5A29B669-9379-4680-8F53-B71151B80AEC}" destId="{7A14B78C-6CC1-4CF7-9D4B-2198BB20BB26}" srcOrd="0" destOrd="0" presId="urn:microsoft.com/office/officeart/2018/2/layout/IconLabelList"/>
    <dgm:cxn modelId="{F4DE1AA0-05E7-412A-93EE-FD93F6072957}" type="presParOf" srcId="{5A29B669-9379-4680-8F53-B71151B80AEC}" destId="{DB79B092-C289-4585-8FAB-F4024A42FCB5}" srcOrd="1" destOrd="0" presId="urn:microsoft.com/office/officeart/2018/2/layout/IconLabelList"/>
    <dgm:cxn modelId="{0C930218-6B79-4756-A9A7-CD7ED00484B7}" type="presParOf" srcId="{5A29B669-9379-4680-8F53-B71151B80AEC}" destId="{A278584C-6FF9-453E-916C-695B0B1FDFC3}"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DFE601-55FF-45AB-85D7-5134E2F2D633}">
      <dsp:nvSpPr>
        <dsp:cNvPr id="0" name=""/>
        <dsp:cNvSpPr/>
      </dsp:nvSpPr>
      <dsp:spPr>
        <a:xfrm>
          <a:off x="0" y="593388"/>
          <a:ext cx="3102173" cy="2685892"/>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DB9B063-5831-4DE0-958F-25E2319D2B25}">
      <dsp:nvSpPr>
        <dsp:cNvPr id="0" name=""/>
        <dsp:cNvSpPr/>
      </dsp:nvSpPr>
      <dsp:spPr>
        <a:xfrm>
          <a:off x="344685" y="920839"/>
          <a:ext cx="3102173" cy="2685892"/>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dirty="0"/>
            <a:t>Like a false alarm; your house alarm goes off, but there is no burglar. In web application security, a false positive is when a web application security scanner indicates that there is a vulnerability on your website, such as SQL Injection when, in reality, there is not.</a:t>
          </a:r>
          <a:endParaRPr lang="en-US" sz="1600" kern="1200" dirty="0"/>
        </a:p>
      </dsp:txBody>
      <dsp:txXfrm>
        <a:off x="423352" y="999506"/>
        <a:ext cx="2944839" cy="2528558"/>
      </dsp:txXfrm>
    </dsp:sp>
    <dsp:sp modelId="{1727BAE6-3E83-4999-A12C-1E3C0103CC49}">
      <dsp:nvSpPr>
        <dsp:cNvPr id="0" name=""/>
        <dsp:cNvSpPr/>
      </dsp:nvSpPr>
      <dsp:spPr>
        <a:xfrm>
          <a:off x="3791545" y="593388"/>
          <a:ext cx="3102173" cy="2608062"/>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B412354-ADAC-401A-8D38-D73952EF71D8}">
      <dsp:nvSpPr>
        <dsp:cNvPr id="0" name=""/>
        <dsp:cNvSpPr/>
      </dsp:nvSpPr>
      <dsp:spPr>
        <a:xfrm>
          <a:off x="4136231" y="920839"/>
          <a:ext cx="3102173" cy="2608062"/>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dirty="0"/>
            <a:t>When checking for false positives, you want to ensure that they are indeed false. By nature, we humans tend to start ignoring false positive rather quickly. For example, web application security scanner detects 100 SQL Injection vulnerabilities</a:t>
          </a:r>
          <a:r>
            <a:rPr lang="en-GB" sz="1300" kern="1200" dirty="0"/>
            <a:t>. </a:t>
          </a:r>
          <a:endParaRPr lang="en-US" sz="1300" kern="1200" dirty="0"/>
        </a:p>
      </dsp:txBody>
      <dsp:txXfrm>
        <a:off x="4212619" y="997227"/>
        <a:ext cx="2949397" cy="2455286"/>
      </dsp:txXfrm>
    </dsp:sp>
    <dsp:sp modelId="{894DA99F-51D3-41FA-BA97-9E9C1A7AE174}">
      <dsp:nvSpPr>
        <dsp:cNvPr id="0" name=""/>
        <dsp:cNvSpPr/>
      </dsp:nvSpPr>
      <dsp:spPr>
        <a:xfrm>
          <a:off x="7583090" y="593388"/>
          <a:ext cx="3102173" cy="2510789"/>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EAB1BE0-C56F-4D1B-B2D0-234799F665FB}">
      <dsp:nvSpPr>
        <dsp:cNvPr id="0" name=""/>
        <dsp:cNvSpPr/>
      </dsp:nvSpPr>
      <dsp:spPr>
        <a:xfrm>
          <a:off x="7927776" y="920839"/>
          <a:ext cx="3102173" cy="2510789"/>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dirty="0"/>
            <a:t>If the first 20 variants are false positives, the penetration tester assumes that all the others are false positives and ignore all the rest. By doing so, there are chances that real web application vulnerabilities are left undetected. This is why it is crucial to check every vulnerability and deal with each false positive separately to ensure false positives.</a:t>
          </a:r>
          <a:endParaRPr lang="en-US" sz="1600" kern="1200" dirty="0"/>
        </a:p>
      </dsp:txBody>
      <dsp:txXfrm>
        <a:off x="8001314" y="994377"/>
        <a:ext cx="2955097" cy="236371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DFE601-55FF-45AB-85D7-5134E2F2D633}">
      <dsp:nvSpPr>
        <dsp:cNvPr id="0" name=""/>
        <dsp:cNvSpPr/>
      </dsp:nvSpPr>
      <dsp:spPr>
        <a:xfrm>
          <a:off x="0" y="593388"/>
          <a:ext cx="3102173" cy="2685892"/>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DB9B063-5831-4DE0-958F-25E2319D2B25}">
      <dsp:nvSpPr>
        <dsp:cNvPr id="0" name=""/>
        <dsp:cNvSpPr/>
      </dsp:nvSpPr>
      <dsp:spPr>
        <a:xfrm>
          <a:off x="344685" y="920839"/>
          <a:ext cx="3102173" cy="2685892"/>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dirty="0"/>
            <a:t>A false negative occurs when a signature is not fired when offending traffic is detected. Offending traffic ranges from someone sending confidential documents outside of the corporate network to attacks against corporate web servers. </a:t>
          </a:r>
          <a:endParaRPr lang="en-US" sz="1600" kern="1200" dirty="0"/>
        </a:p>
      </dsp:txBody>
      <dsp:txXfrm>
        <a:off x="423352" y="999506"/>
        <a:ext cx="2944839" cy="2528558"/>
      </dsp:txXfrm>
    </dsp:sp>
    <dsp:sp modelId="{1727BAE6-3E83-4999-A12C-1E3C0103CC49}">
      <dsp:nvSpPr>
        <dsp:cNvPr id="0" name=""/>
        <dsp:cNvSpPr/>
      </dsp:nvSpPr>
      <dsp:spPr>
        <a:xfrm>
          <a:off x="3791545" y="593388"/>
          <a:ext cx="3102173" cy="2608062"/>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B412354-ADAC-401A-8D38-D73952EF71D8}">
      <dsp:nvSpPr>
        <dsp:cNvPr id="0" name=""/>
        <dsp:cNvSpPr/>
      </dsp:nvSpPr>
      <dsp:spPr>
        <a:xfrm>
          <a:off x="4136231" y="920839"/>
          <a:ext cx="3102173" cy="2608062"/>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dirty="0"/>
            <a:t>No alerts, no bells went off, there were no sirens, but something bad actually did get through your security systems. This got right through your defences.</a:t>
          </a:r>
          <a:endParaRPr lang="en-US" sz="1300" kern="1200" dirty="0"/>
        </a:p>
      </dsp:txBody>
      <dsp:txXfrm>
        <a:off x="4212619" y="997227"/>
        <a:ext cx="2949397" cy="2455286"/>
      </dsp:txXfrm>
    </dsp:sp>
    <dsp:sp modelId="{894DA99F-51D3-41FA-BA97-9E9C1A7AE174}">
      <dsp:nvSpPr>
        <dsp:cNvPr id="0" name=""/>
        <dsp:cNvSpPr/>
      </dsp:nvSpPr>
      <dsp:spPr>
        <a:xfrm>
          <a:off x="7583090" y="593388"/>
          <a:ext cx="3102173" cy="2510789"/>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EAB1BE0-C56F-4D1B-B2D0-234799F665FB}">
      <dsp:nvSpPr>
        <dsp:cNvPr id="0" name=""/>
        <dsp:cNvSpPr/>
      </dsp:nvSpPr>
      <dsp:spPr>
        <a:xfrm>
          <a:off x="7927776" y="920839"/>
          <a:ext cx="3102173" cy="2510789"/>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dirty="0"/>
            <a:t>False negatives are bugs in the IDS and IPS software and should be reported. A false negative should be considered a software bug only if the IDS and IPS have a signature that has been designed to detect the offending traffic.</a:t>
          </a:r>
          <a:endParaRPr lang="en-US" sz="1600" kern="1200" dirty="0"/>
        </a:p>
      </dsp:txBody>
      <dsp:txXfrm>
        <a:off x="8001314" y="994377"/>
        <a:ext cx="2955097" cy="236371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DFE601-55FF-45AB-85D7-5134E2F2D633}">
      <dsp:nvSpPr>
        <dsp:cNvPr id="0" name=""/>
        <dsp:cNvSpPr/>
      </dsp:nvSpPr>
      <dsp:spPr>
        <a:xfrm>
          <a:off x="0" y="593388"/>
          <a:ext cx="3102173" cy="2685892"/>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DB9B063-5831-4DE0-958F-25E2319D2B25}">
      <dsp:nvSpPr>
        <dsp:cNvPr id="0" name=""/>
        <dsp:cNvSpPr/>
      </dsp:nvSpPr>
      <dsp:spPr>
        <a:xfrm>
          <a:off x="344685" y="920839"/>
          <a:ext cx="3102173" cy="2685892"/>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dirty="0"/>
            <a:t>A true positive occurs when an IDS and IPS signature is correctly fired, and an alarm is generated, when offending traffic is detected. </a:t>
          </a:r>
          <a:endParaRPr lang="en-US" sz="1600" kern="1200" dirty="0"/>
        </a:p>
      </dsp:txBody>
      <dsp:txXfrm>
        <a:off x="423352" y="999506"/>
        <a:ext cx="2944839" cy="2528558"/>
      </dsp:txXfrm>
    </dsp:sp>
    <dsp:sp modelId="{1727BAE6-3E83-4999-A12C-1E3C0103CC49}">
      <dsp:nvSpPr>
        <dsp:cNvPr id="0" name=""/>
        <dsp:cNvSpPr/>
      </dsp:nvSpPr>
      <dsp:spPr>
        <a:xfrm>
          <a:off x="3791545" y="593388"/>
          <a:ext cx="3102173" cy="2608062"/>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B412354-ADAC-401A-8D38-D73952EF71D8}">
      <dsp:nvSpPr>
        <dsp:cNvPr id="0" name=""/>
        <dsp:cNvSpPr/>
      </dsp:nvSpPr>
      <dsp:spPr>
        <a:xfrm>
          <a:off x="4136231" y="920839"/>
          <a:ext cx="3102173" cy="2608062"/>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dirty="0"/>
            <a:t>For example, consider a Unicode attack. Cisco IPS sensors have signatures that detect Unicode attacks against Microsoft Internet Information Services (IIS) web servers. </a:t>
          </a:r>
          <a:endParaRPr lang="en-US" sz="1300" kern="1200" dirty="0"/>
        </a:p>
      </dsp:txBody>
      <dsp:txXfrm>
        <a:off x="4212619" y="997227"/>
        <a:ext cx="2949397" cy="2455286"/>
      </dsp:txXfrm>
    </dsp:sp>
    <dsp:sp modelId="{894DA99F-51D3-41FA-BA97-9E9C1A7AE174}">
      <dsp:nvSpPr>
        <dsp:cNvPr id="0" name=""/>
        <dsp:cNvSpPr/>
      </dsp:nvSpPr>
      <dsp:spPr>
        <a:xfrm>
          <a:off x="7583090" y="593388"/>
          <a:ext cx="3102173" cy="2510789"/>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EAB1BE0-C56F-4D1B-B2D0-234799F665FB}">
      <dsp:nvSpPr>
        <dsp:cNvPr id="0" name=""/>
        <dsp:cNvSpPr/>
      </dsp:nvSpPr>
      <dsp:spPr>
        <a:xfrm>
          <a:off x="7927776" y="920839"/>
          <a:ext cx="3102173" cy="2510789"/>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dirty="0"/>
            <a:t>If a Unicode attack is launched against Microsoft IIS web servers, the sensors detect the attack and generate an alarm.</a:t>
          </a:r>
          <a:endParaRPr lang="en-US" sz="1600" kern="1200" dirty="0"/>
        </a:p>
      </dsp:txBody>
      <dsp:txXfrm>
        <a:off x="8001314" y="994377"/>
        <a:ext cx="2955097" cy="236371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DFE601-55FF-45AB-85D7-5134E2F2D633}">
      <dsp:nvSpPr>
        <dsp:cNvPr id="0" name=""/>
        <dsp:cNvSpPr/>
      </dsp:nvSpPr>
      <dsp:spPr>
        <a:xfrm>
          <a:off x="0" y="593388"/>
          <a:ext cx="3102173" cy="2685892"/>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DB9B063-5831-4DE0-958F-25E2319D2B25}">
      <dsp:nvSpPr>
        <dsp:cNvPr id="0" name=""/>
        <dsp:cNvSpPr/>
      </dsp:nvSpPr>
      <dsp:spPr>
        <a:xfrm>
          <a:off x="344685" y="920839"/>
          <a:ext cx="3102173" cy="2685892"/>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b="0" i="0" kern="1200" dirty="0">
              <a:solidFill>
                <a:srgbClr val="000000"/>
              </a:solidFill>
              <a:effectLst/>
              <a:latin typeface="CiscoSansLight"/>
            </a:rPr>
            <a:t>A true negative occurs when a signature is not fired when nonoffending traffic is captured and analysed. In other words, the sensor does not fire an alarm when it captures and analyses “normal” network traffic.</a:t>
          </a:r>
          <a:endParaRPr lang="en-US" sz="1600" kern="1200" dirty="0"/>
        </a:p>
      </dsp:txBody>
      <dsp:txXfrm>
        <a:off x="423352" y="999506"/>
        <a:ext cx="2944839" cy="2528558"/>
      </dsp:txXfrm>
    </dsp:sp>
    <dsp:sp modelId="{1727BAE6-3E83-4999-A12C-1E3C0103CC49}">
      <dsp:nvSpPr>
        <dsp:cNvPr id="0" name=""/>
        <dsp:cNvSpPr/>
      </dsp:nvSpPr>
      <dsp:spPr>
        <a:xfrm>
          <a:off x="3791545" y="593388"/>
          <a:ext cx="3102173" cy="2608062"/>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B412354-ADAC-401A-8D38-D73952EF71D8}">
      <dsp:nvSpPr>
        <dsp:cNvPr id="0" name=""/>
        <dsp:cNvSpPr/>
      </dsp:nvSpPr>
      <dsp:spPr>
        <a:xfrm>
          <a:off x="4136231" y="920839"/>
          <a:ext cx="3102173" cy="2608062"/>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b="0" i="0" kern="1200" dirty="0">
              <a:solidFill>
                <a:srgbClr val="000000"/>
              </a:solidFill>
              <a:effectLst/>
              <a:latin typeface="CiscoSansLight"/>
            </a:rPr>
            <a:t>An alert has correctly not been generated when a specific activity has not occurred. </a:t>
          </a:r>
          <a:endParaRPr lang="en-US" sz="1300" kern="1200" dirty="0"/>
        </a:p>
      </dsp:txBody>
      <dsp:txXfrm>
        <a:off x="4212619" y="997227"/>
        <a:ext cx="2949397" cy="2455286"/>
      </dsp:txXfrm>
    </dsp:sp>
    <dsp:sp modelId="{894DA99F-51D3-41FA-BA97-9E9C1A7AE174}">
      <dsp:nvSpPr>
        <dsp:cNvPr id="0" name=""/>
        <dsp:cNvSpPr/>
      </dsp:nvSpPr>
      <dsp:spPr>
        <a:xfrm>
          <a:off x="7583090" y="593388"/>
          <a:ext cx="3102173" cy="2510789"/>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EAB1BE0-C56F-4D1B-B2D0-234799F665FB}">
      <dsp:nvSpPr>
        <dsp:cNvPr id="0" name=""/>
        <dsp:cNvSpPr/>
      </dsp:nvSpPr>
      <dsp:spPr>
        <a:xfrm>
          <a:off x="7927776" y="920839"/>
          <a:ext cx="3102173" cy="2510789"/>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b="0" i="0" kern="1200" dirty="0">
              <a:solidFill>
                <a:srgbClr val="000000"/>
              </a:solidFill>
              <a:effectLst/>
              <a:latin typeface="CiscoSansLight"/>
            </a:rPr>
            <a:t>If a signature was designed to detect a certain type of malware, and no alert is generated without that malware being launched, then this is a true negative, which is also desirable. </a:t>
          </a:r>
          <a:endParaRPr lang="en-US" sz="1600" kern="1200" dirty="0"/>
        </a:p>
      </dsp:txBody>
      <dsp:txXfrm>
        <a:off x="8001314" y="994377"/>
        <a:ext cx="2955097" cy="236371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7A127E-ACF6-4264-BDFD-94151E222989}">
      <dsp:nvSpPr>
        <dsp:cNvPr id="0" name=""/>
        <dsp:cNvSpPr/>
      </dsp:nvSpPr>
      <dsp:spPr>
        <a:xfrm>
          <a:off x="0" y="437745"/>
          <a:ext cx="7012370" cy="1883700"/>
        </a:xfrm>
        <a:prstGeom prst="round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GB" sz="2300" kern="1200"/>
            <a:t>Imagine a word that is not coloured only in black and white, ruled not only by right and wrong or true and false, imagine the grey colour and the reality of not being absolutely right or merely wrong and then you will find yourself in the fuzzy word.</a:t>
          </a:r>
          <a:endParaRPr lang="en-US" sz="2300" kern="1200"/>
        </a:p>
      </dsp:txBody>
      <dsp:txXfrm>
        <a:off x="91955" y="529700"/>
        <a:ext cx="6828460" cy="1699790"/>
      </dsp:txXfrm>
    </dsp:sp>
    <dsp:sp modelId="{C093BC25-D036-4B88-9508-90BD151BCD5A}">
      <dsp:nvSpPr>
        <dsp:cNvPr id="0" name=""/>
        <dsp:cNvSpPr/>
      </dsp:nvSpPr>
      <dsp:spPr>
        <a:xfrm>
          <a:off x="0" y="2825431"/>
          <a:ext cx="7012370" cy="1883700"/>
        </a:xfrm>
        <a:prstGeom prst="roundRect">
          <a:avLst/>
        </a:prstGeom>
        <a:gradFill rotWithShape="0">
          <a:gsLst>
            <a:gs pos="0">
              <a:schemeClr val="accent2">
                <a:hueOff val="-611709"/>
                <a:satOff val="32535"/>
                <a:lumOff val="9411"/>
                <a:alphaOff val="0"/>
                <a:tint val="98000"/>
                <a:lumMod val="110000"/>
              </a:schemeClr>
            </a:gs>
            <a:gs pos="84000">
              <a:schemeClr val="accent2">
                <a:hueOff val="-611709"/>
                <a:satOff val="32535"/>
                <a:lumOff val="9411"/>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GB" sz="2300" kern="1200" dirty="0"/>
            <a:t>Fuzzy logic extends traditional logic, enabling it to handle calculations and language variables. For example, one can say “It may be snowing in the evening”. In this statement “may” can be interpreted as “there is a 50% </a:t>
          </a:r>
          <a:r>
            <a:rPr lang="en-GB" sz="2300" b="1" kern="1200" dirty="0"/>
            <a:t>probability</a:t>
          </a:r>
          <a:r>
            <a:rPr lang="en-GB" sz="2300" kern="1200" dirty="0"/>
            <a:t> of snowing in the evening”.</a:t>
          </a:r>
          <a:endParaRPr lang="en-US" sz="2300" kern="1200" dirty="0"/>
        </a:p>
      </dsp:txBody>
      <dsp:txXfrm>
        <a:off x="91955" y="2917386"/>
        <a:ext cx="6828460" cy="169979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A5CBC0-A459-4717-97D4-4DC477D36FCC}">
      <dsp:nvSpPr>
        <dsp:cNvPr id="0" name=""/>
        <dsp:cNvSpPr/>
      </dsp:nvSpPr>
      <dsp:spPr>
        <a:xfrm>
          <a:off x="790816" y="458549"/>
          <a:ext cx="1069582" cy="106958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963826E-08B2-4886-A95E-8E539A056416}">
      <dsp:nvSpPr>
        <dsp:cNvPr id="0" name=""/>
        <dsp:cNvSpPr/>
      </dsp:nvSpPr>
      <dsp:spPr>
        <a:xfrm>
          <a:off x="137182" y="2050279"/>
          <a:ext cx="2376850" cy="18865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GB" sz="1600" kern="1200" dirty="0"/>
            <a:t>IPSs provide a proactive component that integrates very effectively into your overall network security framework. </a:t>
          </a:r>
          <a:endParaRPr lang="en-US" sz="1600" kern="1200" dirty="0"/>
        </a:p>
      </dsp:txBody>
      <dsp:txXfrm>
        <a:off x="137182" y="2050279"/>
        <a:ext cx="2376850" cy="1886572"/>
      </dsp:txXfrm>
    </dsp:sp>
    <dsp:sp modelId="{A156D593-D5E5-497A-A6CA-24120DDB658B}">
      <dsp:nvSpPr>
        <dsp:cNvPr id="0" name=""/>
        <dsp:cNvSpPr/>
      </dsp:nvSpPr>
      <dsp:spPr>
        <a:xfrm>
          <a:off x="3583616" y="458549"/>
          <a:ext cx="1069582" cy="106958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00B8D54-AFD3-40A7-8390-7476EE559E20}">
      <dsp:nvSpPr>
        <dsp:cNvPr id="0" name=""/>
        <dsp:cNvSpPr/>
      </dsp:nvSpPr>
      <dsp:spPr>
        <a:xfrm>
          <a:off x="2929982" y="2050279"/>
          <a:ext cx="2376850" cy="18865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GB" sz="1600" kern="1200" dirty="0"/>
            <a:t>Combining Intrusion Prevention with other security components, such as an IDS and perimeter firewalls, provides a robust defence-in-depth network security solution.</a:t>
          </a:r>
          <a:endParaRPr lang="en-US" sz="1600" kern="1200" dirty="0"/>
        </a:p>
      </dsp:txBody>
      <dsp:txXfrm>
        <a:off x="2929982" y="2050279"/>
        <a:ext cx="2376850" cy="1886572"/>
      </dsp:txXfrm>
    </dsp:sp>
    <dsp:sp modelId="{AE95EC22-2773-45F7-9398-FCC3AD2DC103}">
      <dsp:nvSpPr>
        <dsp:cNvPr id="0" name=""/>
        <dsp:cNvSpPr/>
      </dsp:nvSpPr>
      <dsp:spPr>
        <a:xfrm>
          <a:off x="6376415" y="458549"/>
          <a:ext cx="1069582" cy="106958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CEEC960-D1FD-42AE-A1FB-CFD161DE955A}">
      <dsp:nvSpPr>
        <dsp:cNvPr id="0" name=""/>
        <dsp:cNvSpPr/>
      </dsp:nvSpPr>
      <dsp:spPr>
        <a:xfrm>
          <a:off x="5722781" y="2050279"/>
          <a:ext cx="2376850" cy="18865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GB" sz="1600" kern="1200" dirty="0"/>
            <a:t>Intrusion Prevention technology enables you to stop intrusion traffic before it enters your network by placing the sensor as a Layer 2 (Ethernet layer) forwarding device in the network.</a:t>
          </a:r>
          <a:endParaRPr lang="en-US" sz="1600" kern="1200" dirty="0"/>
        </a:p>
      </dsp:txBody>
      <dsp:txXfrm>
        <a:off x="5722781" y="2050279"/>
        <a:ext cx="2376850" cy="1886572"/>
      </dsp:txXfrm>
    </dsp:sp>
    <dsp:sp modelId="{7A14B78C-6CC1-4CF7-9D4B-2198BB20BB26}">
      <dsp:nvSpPr>
        <dsp:cNvPr id="0" name=""/>
        <dsp:cNvSpPr/>
      </dsp:nvSpPr>
      <dsp:spPr>
        <a:xfrm>
          <a:off x="9169215" y="458549"/>
          <a:ext cx="1069582" cy="106958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278584C-6FF9-453E-916C-695B0B1FDFC3}">
      <dsp:nvSpPr>
        <dsp:cNvPr id="0" name=""/>
        <dsp:cNvSpPr/>
      </dsp:nvSpPr>
      <dsp:spPr>
        <a:xfrm>
          <a:off x="8515581" y="2050279"/>
          <a:ext cx="2376850" cy="18865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GB" sz="1600" kern="1200" dirty="0"/>
            <a:t>One of the main benefits of Network Intrusion Prevention is the ability to stop intrusive traffic from reaching the target system.</a:t>
          </a:r>
          <a:endParaRPr lang="en-US" sz="1600" kern="1200" dirty="0"/>
        </a:p>
      </dsp:txBody>
      <dsp:txXfrm>
        <a:off x="8515581" y="2050279"/>
        <a:ext cx="2376850" cy="188657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0B7AE42-9966-454B-AE61-33561B84786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A29D10DF-3446-4A6E-87C5-D3D5079E2F9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3C6EB4-708D-49DB-8150-98B808649F61}" type="datetime1">
              <a:rPr lang="en-GB" smtClean="0"/>
              <a:t>01/09/2024</a:t>
            </a:fld>
            <a:endParaRPr lang="en-GB"/>
          </a:p>
        </p:txBody>
      </p:sp>
      <p:sp>
        <p:nvSpPr>
          <p:cNvPr id="4" name="Footer Placeholder 3">
            <a:extLst>
              <a:ext uri="{FF2B5EF4-FFF2-40B4-BE49-F238E27FC236}">
                <a16:creationId xmlns:a16="http://schemas.microsoft.com/office/drawing/2014/main" id="{E15D3571-CF4C-42E0-820E-9F5FA706F5A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0DD6A7D2-0193-4DF6-A173-F4A7E0DCBD3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2277BB6-1717-40CC-88C2-EC11E63011DB}" type="slidenum">
              <a:rPr lang="en-GB" smtClean="0"/>
              <a:t>‹#›</a:t>
            </a:fld>
            <a:endParaRPr lang="en-GB"/>
          </a:p>
        </p:txBody>
      </p:sp>
    </p:spTree>
    <p:extLst>
      <p:ext uri="{BB962C8B-B14F-4D97-AF65-F5344CB8AC3E}">
        <p14:creationId xmlns:p14="http://schemas.microsoft.com/office/powerpoint/2010/main" val="244239830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490089-21A2-4CCB-ACDC-00A9E1B89951}" type="datetime1">
              <a:rPr lang="en-GB" noProof="0" smtClean="0"/>
              <a:t>01/09/2024</a:t>
            </a:fld>
            <a:endParaRPr lang="en-GB"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noProof="0"/>
              <a:t>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FAEB83-F3B6-4F57-BF6B-C140FF7219F8}" type="slidenum">
              <a:rPr lang="en-GB" noProof="0" smtClean="0"/>
              <a:t>‹#›</a:t>
            </a:fld>
            <a:endParaRPr lang="en-GB" noProof="0"/>
          </a:p>
        </p:txBody>
      </p:sp>
    </p:spTree>
    <p:extLst>
      <p:ext uri="{BB962C8B-B14F-4D97-AF65-F5344CB8AC3E}">
        <p14:creationId xmlns:p14="http://schemas.microsoft.com/office/powerpoint/2010/main" val="365908571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DFAEB83-F3B6-4F57-BF6B-C140FF7219F8}" type="slidenum">
              <a:rPr lang="en-GB" smtClean="0"/>
              <a:t>1</a:t>
            </a:fld>
            <a:endParaRPr lang="en-GB"/>
          </a:p>
        </p:txBody>
      </p:sp>
    </p:spTree>
    <p:extLst>
      <p:ext uri="{BB962C8B-B14F-4D97-AF65-F5344CB8AC3E}">
        <p14:creationId xmlns:p14="http://schemas.microsoft.com/office/powerpoint/2010/main" val="40934967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DFAEB83-F3B6-4F57-BF6B-C140FF7219F8}" type="slidenum">
              <a:rPr lang="en-GB" noProof="0" smtClean="0"/>
              <a:t>15</a:t>
            </a:fld>
            <a:endParaRPr lang="en-GB" noProof="0"/>
          </a:p>
        </p:txBody>
      </p:sp>
    </p:spTree>
    <p:extLst>
      <p:ext uri="{BB962C8B-B14F-4D97-AF65-F5344CB8AC3E}">
        <p14:creationId xmlns:p14="http://schemas.microsoft.com/office/powerpoint/2010/main" val="11374345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DFAEB83-F3B6-4F57-BF6B-C140FF7219F8}" type="slidenum">
              <a:rPr lang="en-GB" smtClean="0"/>
              <a:t>16</a:t>
            </a:fld>
            <a:endParaRPr lang="en-GB"/>
          </a:p>
        </p:txBody>
      </p:sp>
    </p:spTree>
    <p:extLst>
      <p:ext uri="{BB962C8B-B14F-4D97-AF65-F5344CB8AC3E}">
        <p14:creationId xmlns:p14="http://schemas.microsoft.com/office/powerpoint/2010/main" val="3954410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rtlCol="0" anchor="b">
            <a:normAutofit/>
          </a:bodyPr>
          <a:lstStyle>
            <a:lvl1pPr>
              <a:defRPr sz="3600">
                <a:solidFill>
                  <a:schemeClr val="accent1"/>
                </a:solidFill>
              </a:defRPr>
            </a:lvl1pPr>
          </a:lstStyle>
          <a:p>
            <a:pPr rtl="0"/>
            <a:r>
              <a:rPr lang="en-US" noProof="0"/>
              <a:t>Click to edit Master title style</a:t>
            </a:r>
            <a:endParaRPr lang="en-GB" noProof="0"/>
          </a:p>
        </p:txBody>
      </p:sp>
      <p:sp>
        <p:nvSpPr>
          <p:cNvPr id="3" name="Subtitle 2"/>
          <p:cNvSpPr>
            <a:spLocks noGrp="1"/>
          </p:cNvSpPr>
          <p:nvPr>
            <p:ph type="subTitle" idx="1"/>
          </p:nvPr>
        </p:nvSpPr>
        <p:spPr>
          <a:xfrm>
            <a:off x="581194" y="2495445"/>
            <a:ext cx="10993546" cy="590321"/>
          </a:xfrm>
        </p:spPr>
        <p:txBody>
          <a:bodyPr rtlCol="0"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en-US" noProof="0"/>
              <a:t>Click to edit Master subtitle style</a:t>
            </a:r>
            <a:endParaRPr lang="en-GB" noProof="0"/>
          </a:p>
        </p:txBody>
      </p:sp>
      <p:sp>
        <p:nvSpPr>
          <p:cNvPr id="4" name="Date Placeholder 3"/>
          <p:cNvSpPr>
            <a:spLocks noGrp="1"/>
          </p:cNvSpPr>
          <p:nvPr>
            <p:ph type="dt" sz="half" idx="10"/>
          </p:nvPr>
        </p:nvSpPr>
        <p:spPr>
          <a:xfrm>
            <a:off x="7605951" y="5956137"/>
            <a:ext cx="2844800" cy="365125"/>
          </a:xfrm>
        </p:spPr>
        <p:txBody>
          <a:bodyPr rtlCol="0"/>
          <a:lstStyle>
            <a:lvl1pPr>
              <a:defRPr>
                <a:solidFill>
                  <a:schemeClr val="accent1">
                    <a:lumMod val="75000"/>
                    <a:lumOff val="25000"/>
                  </a:schemeClr>
                </a:solidFill>
              </a:defRPr>
            </a:lvl1pPr>
          </a:lstStyle>
          <a:p>
            <a:pPr rtl="0"/>
            <a:fld id="{A931DB65-6916-4097-ADBF-CF31AF687306}" type="datetime1">
              <a:rPr lang="en-GB" noProof="0" smtClean="0"/>
              <a:t>01/09/2024</a:t>
            </a:fld>
            <a:endParaRPr lang="en-GB" noProof="0"/>
          </a:p>
        </p:txBody>
      </p:sp>
      <p:sp>
        <p:nvSpPr>
          <p:cNvPr id="5" name="Footer Placeholder 4"/>
          <p:cNvSpPr>
            <a:spLocks noGrp="1"/>
          </p:cNvSpPr>
          <p:nvPr>
            <p:ph type="ftr" sz="quarter" idx="11"/>
          </p:nvPr>
        </p:nvSpPr>
        <p:spPr>
          <a:xfrm>
            <a:off x="581192" y="5951811"/>
            <a:ext cx="6917210" cy="365125"/>
          </a:xfrm>
        </p:spPr>
        <p:txBody>
          <a:bodyPr rtlCol="0"/>
          <a:lstStyle>
            <a:lvl1pPr>
              <a:defRPr>
                <a:solidFill>
                  <a:schemeClr val="accent1">
                    <a:lumMod val="75000"/>
                    <a:lumOff val="25000"/>
                  </a:schemeClr>
                </a:solidFill>
              </a:defRPr>
            </a:lvl1pPr>
          </a:lstStyle>
          <a:p>
            <a:pPr rtl="0"/>
            <a:endParaRPr lang="en-GB" noProof="0"/>
          </a:p>
        </p:txBody>
      </p:sp>
      <p:sp>
        <p:nvSpPr>
          <p:cNvPr id="6" name="Slide Number Placeholder 5"/>
          <p:cNvSpPr>
            <a:spLocks noGrp="1"/>
          </p:cNvSpPr>
          <p:nvPr>
            <p:ph type="sldNum" sz="quarter" idx="12"/>
          </p:nvPr>
        </p:nvSpPr>
        <p:spPr>
          <a:xfrm>
            <a:off x="10558300" y="5956137"/>
            <a:ext cx="1016440" cy="365125"/>
          </a:xfrm>
        </p:spPr>
        <p:txBody>
          <a:bodyPr rtlCol="0"/>
          <a:lstStyle>
            <a:lvl1pPr>
              <a:defRPr>
                <a:solidFill>
                  <a:schemeClr val="accent1">
                    <a:lumMod val="75000"/>
                    <a:lumOff val="25000"/>
                  </a:schemeClr>
                </a:solidFill>
              </a:defRPr>
            </a:lvl1pPr>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rtlCol="0"/>
          <a:lstStyle/>
          <a:p>
            <a:pPr rtl="0"/>
            <a:r>
              <a:rPr lang="en-US" noProof="0"/>
              <a:t>Click to edit Master title style</a:t>
            </a:r>
            <a:endParaRPr lang="en-GB" noProof="0"/>
          </a:p>
        </p:txBody>
      </p:sp>
      <p:sp>
        <p:nvSpPr>
          <p:cNvPr id="3" name="Content Placeholder 2"/>
          <p:cNvSpPr>
            <a:spLocks noGrp="1"/>
          </p:cNvSpPr>
          <p:nvPr>
            <p:ph idx="1"/>
          </p:nvPr>
        </p:nvSpPr>
        <p:spPr>
          <a:xfrm>
            <a:off x="581192" y="2180496"/>
            <a:ext cx="11029615" cy="3678303"/>
          </a:xfrm>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p:cNvSpPr>
            <a:spLocks noGrp="1"/>
          </p:cNvSpPr>
          <p:nvPr>
            <p:ph type="dt" sz="half" idx="10"/>
          </p:nvPr>
        </p:nvSpPr>
        <p:spPr/>
        <p:txBody>
          <a:bodyPr rtlCol="0"/>
          <a:lstStyle/>
          <a:p>
            <a:pPr rtl="0"/>
            <a:fld id="{8B3B58C2-D057-4009-9B41-927D01CCFE45}" type="datetime1">
              <a:rPr lang="en-GB" noProof="0" smtClean="0"/>
              <a:t>01/09/2024</a:t>
            </a:fld>
            <a:endParaRPr lang="en-GB" noProof="0"/>
          </a:p>
        </p:txBody>
      </p:sp>
      <p:sp>
        <p:nvSpPr>
          <p:cNvPr id="5" name="Footer Placeholder 4"/>
          <p:cNvSpPr>
            <a:spLocks noGrp="1"/>
          </p:cNvSpPr>
          <p:nvPr>
            <p:ph type="ftr" sz="quarter" idx="11"/>
          </p:nvPr>
        </p:nvSpPr>
        <p:spPr/>
        <p:txBody>
          <a:bodyPr rtlCol="0"/>
          <a:lstStyle/>
          <a:p>
            <a:pPr rtl="0"/>
            <a:endParaRPr lang="en-GB" noProof="0"/>
          </a:p>
        </p:txBody>
      </p:sp>
      <p:sp>
        <p:nvSpPr>
          <p:cNvPr id="6" name="Slide Number Placeholder 5"/>
          <p:cNvSpPr>
            <a:spLocks noGrp="1"/>
          </p:cNvSpPr>
          <p:nvPr>
            <p:ph type="sldNum" sz="quarter" idx="12"/>
          </p:nvPr>
        </p:nvSpPr>
        <p:spPr>
          <a:xfrm>
            <a:off x="10558300" y="5956137"/>
            <a:ext cx="1052508" cy="365125"/>
          </a:xfrm>
        </p:spPr>
        <p:txBody>
          <a:bodyPr rtlCol="0"/>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rtlCol="0" anchor="b">
            <a:normAutofit/>
          </a:bodyPr>
          <a:lstStyle>
            <a:lvl1pPr algn="l">
              <a:defRPr sz="3600" b="0" cap="all">
                <a:solidFill>
                  <a:schemeClr val="accent1"/>
                </a:solidFill>
              </a:defRPr>
            </a:lvl1pPr>
          </a:lstStyle>
          <a:p>
            <a:pPr rtl="0"/>
            <a:r>
              <a:rPr lang="en-US" noProof="0"/>
              <a:t>Click to edit Master title style</a:t>
            </a:r>
            <a:endParaRPr lang="en-GB" noProof="0"/>
          </a:p>
        </p:txBody>
      </p:sp>
      <p:sp>
        <p:nvSpPr>
          <p:cNvPr id="3" name="Text Placeholder 2"/>
          <p:cNvSpPr>
            <a:spLocks noGrp="1"/>
          </p:cNvSpPr>
          <p:nvPr>
            <p:ph type="body" idx="1"/>
          </p:nvPr>
        </p:nvSpPr>
        <p:spPr>
          <a:xfrm>
            <a:off x="581192" y="4541417"/>
            <a:ext cx="11029615" cy="600556"/>
          </a:xfrm>
        </p:spPr>
        <p:txBody>
          <a:bodyPr rtlCol="0"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n-US" noProof="0"/>
              <a:t>Click to edit Master text styles</a:t>
            </a:r>
          </a:p>
        </p:txBody>
      </p:sp>
      <p:sp>
        <p:nvSpPr>
          <p:cNvPr id="4" name="Date Placeholder 3"/>
          <p:cNvSpPr>
            <a:spLocks noGrp="1"/>
          </p:cNvSpPr>
          <p:nvPr>
            <p:ph type="dt" sz="half" idx="10"/>
          </p:nvPr>
        </p:nvSpPr>
        <p:spPr/>
        <p:txBody>
          <a:bodyPr rtlCol="0"/>
          <a:lstStyle>
            <a:lvl1pPr>
              <a:defRPr>
                <a:solidFill>
                  <a:schemeClr val="accent1">
                    <a:lumMod val="75000"/>
                    <a:lumOff val="25000"/>
                  </a:schemeClr>
                </a:solidFill>
              </a:defRPr>
            </a:lvl1pPr>
          </a:lstStyle>
          <a:p>
            <a:pPr rtl="0"/>
            <a:fld id="{E358E1AA-DB2E-4D35-8009-15548E43663B}" type="datetime1">
              <a:rPr lang="en-GB" noProof="0" smtClean="0"/>
              <a:t>01/09/2024</a:t>
            </a:fld>
            <a:endParaRPr lang="en-GB" noProof="0"/>
          </a:p>
        </p:txBody>
      </p:sp>
      <p:sp>
        <p:nvSpPr>
          <p:cNvPr id="5" name="Footer Placeholder 4"/>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en-GB" noProof="0"/>
          </a:p>
        </p:txBody>
      </p:sp>
      <p:sp>
        <p:nvSpPr>
          <p:cNvPr id="6" name="Slide Number Placeholder 5"/>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rtlCol="0"/>
          <a:lstStyle/>
          <a:p>
            <a:pPr rtl="0"/>
            <a:r>
              <a:rPr lang="en-US" noProof="0"/>
              <a:t>Click to edit Master title style</a:t>
            </a:r>
            <a:endParaRPr lang="en-GB" noProof="0"/>
          </a:p>
        </p:txBody>
      </p:sp>
      <p:sp>
        <p:nvSpPr>
          <p:cNvPr id="3" name="Content Placeholder 2"/>
          <p:cNvSpPr>
            <a:spLocks noGrp="1"/>
          </p:cNvSpPr>
          <p:nvPr>
            <p:ph sz="half" idx="1"/>
          </p:nvPr>
        </p:nvSpPr>
        <p:spPr>
          <a:xfrm>
            <a:off x="581193" y="2228003"/>
            <a:ext cx="5422390" cy="3633047"/>
          </a:xfrm>
        </p:spPr>
        <p:txBody>
          <a:bodyPr rtlCol="0">
            <a:normAutofit/>
          </a:body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Content Placeholder 3"/>
          <p:cNvSpPr>
            <a:spLocks noGrp="1"/>
          </p:cNvSpPr>
          <p:nvPr>
            <p:ph sz="half" idx="2"/>
          </p:nvPr>
        </p:nvSpPr>
        <p:spPr>
          <a:xfrm>
            <a:off x="6188417" y="2228003"/>
            <a:ext cx="5422392" cy="3633047"/>
          </a:xfrm>
        </p:spPr>
        <p:txBody>
          <a:bodyPr rtlCol="0">
            <a:normAutofit/>
          </a:body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Date Placeholder 4"/>
          <p:cNvSpPr>
            <a:spLocks noGrp="1"/>
          </p:cNvSpPr>
          <p:nvPr>
            <p:ph type="dt" sz="half" idx="10"/>
          </p:nvPr>
        </p:nvSpPr>
        <p:spPr/>
        <p:txBody>
          <a:bodyPr rtlCol="0"/>
          <a:lstStyle/>
          <a:p>
            <a:pPr rtl="0"/>
            <a:fld id="{888330EF-0828-4728-BF8A-E3CA17293BE3}" type="datetime1">
              <a:rPr lang="en-GB" noProof="0" smtClean="0"/>
              <a:t>01/09/2024</a:t>
            </a:fld>
            <a:endParaRPr lang="en-GB" noProof="0"/>
          </a:p>
        </p:txBody>
      </p:sp>
      <p:sp>
        <p:nvSpPr>
          <p:cNvPr id="6" name="Footer Placeholder 5"/>
          <p:cNvSpPr>
            <a:spLocks noGrp="1"/>
          </p:cNvSpPr>
          <p:nvPr>
            <p:ph type="ftr" sz="quarter" idx="11"/>
          </p:nvPr>
        </p:nvSpPr>
        <p:spPr/>
        <p:txBody>
          <a:bodyPr rtlCol="0"/>
          <a:lstStyle/>
          <a:p>
            <a:pPr rtl="0"/>
            <a:endParaRPr lang="en-GB" noProof="0"/>
          </a:p>
        </p:txBody>
      </p:sp>
      <p:sp>
        <p:nvSpPr>
          <p:cNvPr id="7" name="Slide Number Placeholder 6"/>
          <p:cNvSpPr>
            <a:spLocks noGrp="1"/>
          </p:cNvSpPr>
          <p:nvPr>
            <p:ph type="sldNum" sz="quarter" idx="12"/>
          </p:nvPr>
        </p:nvSpPr>
        <p:spPr/>
        <p:txBody>
          <a:bodyPr rtlCol="0"/>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rtlCol="0"/>
          <a:lstStyle/>
          <a:p>
            <a:pPr rtl="0"/>
            <a:r>
              <a:rPr lang="en-US" noProof="0"/>
              <a:t>Click to edit Master title style</a:t>
            </a:r>
            <a:endParaRPr lang="en-GB" noProof="0"/>
          </a:p>
        </p:txBody>
      </p:sp>
      <p:sp>
        <p:nvSpPr>
          <p:cNvPr id="3" name="Text Placeholder 2"/>
          <p:cNvSpPr>
            <a:spLocks noGrp="1"/>
          </p:cNvSpPr>
          <p:nvPr>
            <p:ph type="body" idx="1"/>
          </p:nvPr>
        </p:nvSpPr>
        <p:spPr>
          <a:xfrm>
            <a:off x="887219" y="2250892"/>
            <a:ext cx="5087075" cy="536005"/>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4" name="Content Placeholder 3"/>
          <p:cNvSpPr>
            <a:spLocks noGrp="1"/>
          </p:cNvSpPr>
          <p:nvPr>
            <p:ph sz="half" idx="2"/>
          </p:nvPr>
        </p:nvSpPr>
        <p:spPr>
          <a:xfrm>
            <a:off x="581194" y="2926052"/>
            <a:ext cx="5393100" cy="2934999"/>
          </a:xfrm>
        </p:spPr>
        <p:txBody>
          <a:bodyPr rtlCol="0" anchor="t">
            <a:normAutofit/>
          </a:body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Text Placeholder 4"/>
          <p:cNvSpPr>
            <a:spLocks noGrp="1"/>
          </p:cNvSpPr>
          <p:nvPr>
            <p:ph type="body" sz="quarter" idx="3"/>
          </p:nvPr>
        </p:nvSpPr>
        <p:spPr>
          <a:xfrm>
            <a:off x="6523735" y="2250892"/>
            <a:ext cx="5087073" cy="553373"/>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6" name="Content Placeholder 5"/>
          <p:cNvSpPr>
            <a:spLocks noGrp="1"/>
          </p:cNvSpPr>
          <p:nvPr>
            <p:ph sz="quarter" idx="4"/>
          </p:nvPr>
        </p:nvSpPr>
        <p:spPr>
          <a:xfrm>
            <a:off x="6217709" y="2926052"/>
            <a:ext cx="5393100" cy="2934999"/>
          </a:xfrm>
        </p:spPr>
        <p:txBody>
          <a:bodyPr rtlCol="0" anchor="t">
            <a:normAutofit/>
          </a:body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7" name="Date Placeholder 6"/>
          <p:cNvSpPr>
            <a:spLocks noGrp="1"/>
          </p:cNvSpPr>
          <p:nvPr>
            <p:ph type="dt" sz="half" idx="10"/>
          </p:nvPr>
        </p:nvSpPr>
        <p:spPr/>
        <p:txBody>
          <a:bodyPr rtlCol="0"/>
          <a:lstStyle/>
          <a:p>
            <a:pPr rtl="0"/>
            <a:fld id="{1629C053-9F8D-46E6-9B7E-2370AE6C605C}" type="datetime1">
              <a:rPr lang="en-GB" noProof="0" smtClean="0"/>
              <a:t>01/09/2024</a:t>
            </a:fld>
            <a:endParaRPr lang="en-GB" noProof="0"/>
          </a:p>
        </p:txBody>
      </p:sp>
      <p:sp>
        <p:nvSpPr>
          <p:cNvPr id="8" name="Footer Placeholder 7"/>
          <p:cNvSpPr>
            <a:spLocks noGrp="1"/>
          </p:cNvSpPr>
          <p:nvPr>
            <p:ph type="ftr" sz="quarter" idx="11"/>
          </p:nvPr>
        </p:nvSpPr>
        <p:spPr/>
        <p:txBody>
          <a:bodyPr rtlCol="0"/>
          <a:lstStyle/>
          <a:p>
            <a:pPr rtl="0"/>
            <a:endParaRPr lang="en-GB" noProof="0"/>
          </a:p>
        </p:txBody>
      </p:sp>
      <p:sp>
        <p:nvSpPr>
          <p:cNvPr id="9" name="Slide Number Placeholder 8"/>
          <p:cNvSpPr>
            <a:spLocks noGrp="1"/>
          </p:cNvSpPr>
          <p:nvPr>
            <p:ph type="sldNum" sz="quarter" idx="12"/>
          </p:nvPr>
        </p:nvSpPr>
        <p:spPr/>
        <p:txBody>
          <a:bodyPr rtlCol="0"/>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rtlCol="0"/>
          <a:lstStyle/>
          <a:p>
            <a:pPr rtl="0"/>
            <a:fld id="{B7880DE2-737C-445E-A467-CE1EE7238B4E}" type="datetime1">
              <a:rPr lang="en-GB" noProof="0" smtClean="0"/>
              <a:t>01/09/2024</a:t>
            </a:fld>
            <a:endParaRPr lang="en-GB" noProof="0"/>
          </a:p>
        </p:txBody>
      </p:sp>
      <p:sp>
        <p:nvSpPr>
          <p:cNvPr id="4" name="Footer Placeholder 3"/>
          <p:cNvSpPr>
            <a:spLocks noGrp="1"/>
          </p:cNvSpPr>
          <p:nvPr>
            <p:ph type="ftr" sz="quarter" idx="11"/>
          </p:nvPr>
        </p:nvSpPr>
        <p:spPr/>
        <p:txBody>
          <a:bodyPr rtlCol="0"/>
          <a:lstStyle/>
          <a:p>
            <a:pPr rtl="0"/>
            <a:endParaRPr lang="en-GB" noProof="0"/>
          </a:p>
        </p:txBody>
      </p:sp>
      <p:sp>
        <p:nvSpPr>
          <p:cNvPr id="5" name="Slide Number Placeholder 4"/>
          <p:cNvSpPr>
            <a:spLocks noGrp="1"/>
          </p:cNvSpPr>
          <p:nvPr>
            <p:ph type="sldNum" sz="quarter" idx="12"/>
          </p:nvPr>
        </p:nvSpPr>
        <p:spPr/>
        <p:txBody>
          <a:bodyPr rtlCol="0"/>
          <a:lstStyle/>
          <a:p>
            <a:pPr rtl="0"/>
            <a:fld id="{D57F1E4F-1CFF-5643-939E-217C01CDF565}" type="slidenum">
              <a:rPr lang="en-GB" noProof="0" smtClean="0"/>
              <a:pPr/>
              <a:t>‹#›</a:t>
            </a:fld>
            <a:endParaRPr lang="en-GB" noProof="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rtlCol="0"/>
          <a:lstStyle/>
          <a:p>
            <a:pPr rtl="0"/>
            <a:r>
              <a:rPr lang="en-US" noProof="0"/>
              <a:t>Click to edit Master title style</a:t>
            </a:r>
            <a:endParaRPr lang="en-GB" noProof="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lstStyle/>
          <a:p>
            <a:pPr rtl="0"/>
            <a:fld id="{510DCFB9-2AC3-4371-A545-CD993D9EA5CF}" type="datetime1">
              <a:rPr lang="en-GB" noProof="0" smtClean="0"/>
              <a:t>01/09/2024</a:t>
            </a:fld>
            <a:endParaRPr lang="en-GB" noProof="0"/>
          </a:p>
        </p:txBody>
      </p:sp>
      <p:sp>
        <p:nvSpPr>
          <p:cNvPr id="3" name="Footer Placeholder 2"/>
          <p:cNvSpPr>
            <a:spLocks noGrp="1"/>
          </p:cNvSpPr>
          <p:nvPr>
            <p:ph type="ftr" sz="quarter" idx="11"/>
          </p:nvPr>
        </p:nvSpPr>
        <p:spPr/>
        <p:txBody>
          <a:bodyPr rtlCol="0"/>
          <a:lstStyle/>
          <a:p>
            <a:pPr rtl="0"/>
            <a:endParaRPr lang="en-GB" noProof="0"/>
          </a:p>
        </p:txBody>
      </p:sp>
      <p:sp>
        <p:nvSpPr>
          <p:cNvPr id="4" name="Slide Number Placeholder 3"/>
          <p:cNvSpPr>
            <a:spLocks noGrp="1"/>
          </p:cNvSpPr>
          <p:nvPr>
            <p:ph type="sldNum" sz="quarter" idx="12"/>
          </p:nvPr>
        </p:nvSpPr>
        <p:spPr/>
        <p:txBody>
          <a:bodyPr rtlCol="0"/>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rtlCol="0" anchor="ctr"/>
          <a:lstStyle>
            <a:lvl1pPr algn="l">
              <a:defRPr sz="2000" b="0">
                <a:solidFill>
                  <a:schemeClr val="accent1">
                    <a:lumMod val="75000"/>
                    <a:lumOff val="25000"/>
                  </a:schemeClr>
                </a:solidFill>
              </a:defRPr>
            </a:lvl1pPr>
          </a:lstStyle>
          <a:p>
            <a:pPr rtl="0"/>
            <a:r>
              <a:rPr lang="en-US" noProof="0"/>
              <a:t>Click to edit Master title style</a:t>
            </a:r>
            <a:endParaRPr lang="en-GB" noProof="0"/>
          </a:p>
        </p:txBody>
      </p:sp>
      <p:sp>
        <p:nvSpPr>
          <p:cNvPr id="3" name="Content Placeholder 2"/>
          <p:cNvSpPr>
            <a:spLocks noGrp="1"/>
          </p:cNvSpPr>
          <p:nvPr>
            <p:ph idx="1"/>
          </p:nvPr>
        </p:nvSpPr>
        <p:spPr>
          <a:xfrm>
            <a:off x="447816" y="601200"/>
            <a:ext cx="11292840" cy="4204800"/>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Text Placeholder 3"/>
          <p:cNvSpPr>
            <a:spLocks noGrp="1"/>
          </p:cNvSpPr>
          <p:nvPr>
            <p:ph type="body" sz="half" idx="2"/>
          </p:nvPr>
        </p:nvSpPr>
        <p:spPr>
          <a:xfrm>
            <a:off x="5740823" y="5262296"/>
            <a:ext cx="5869987" cy="689515"/>
          </a:xfrm>
        </p:spPr>
        <p:txBody>
          <a:bodyPr rtlCol="0"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5" name="Date Placeholder 4"/>
          <p:cNvSpPr>
            <a:spLocks noGrp="1"/>
          </p:cNvSpPr>
          <p:nvPr>
            <p:ph type="dt" sz="half" idx="10"/>
          </p:nvPr>
        </p:nvSpPr>
        <p:spPr/>
        <p:txBody>
          <a:bodyPr rtlCol="0"/>
          <a:lstStyle>
            <a:lvl1pPr>
              <a:defRPr>
                <a:solidFill>
                  <a:schemeClr val="accent1">
                    <a:lumMod val="75000"/>
                    <a:lumOff val="25000"/>
                  </a:schemeClr>
                </a:solidFill>
              </a:defRPr>
            </a:lvl1pPr>
          </a:lstStyle>
          <a:p>
            <a:pPr rtl="0"/>
            <a:fld id="{FF8BE457-704A-4961-A63E-B70782D60173}" type="datetime1">
              <a:rPr lang="en-GB" noProof="0" smtClean="0"/>
              <a:t>01/09/2024</a:t>
            </a:fld>
            <a:endParaRPr lang="en-GB" noProof="0"/>
          </a:p>
        </p:txBody>
      </p:sp>
      <p:sp>
        <p:nvSpPr>
          <p:cNvPr id="6" name="Footer Placeholder 5"/>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en-GB" noProof="0"/>
          </a:p>
        </p:txBody>
      </p:sp>
      <p:sp>
        <p:nvSpPr>
          <p:cNvPr id="7" name="Slide Number Placeholder 6"/>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rtlCol="0" anchor="b">
            <a:normAutofit/>
          </a:bodyPr>
          <a:lstStyle>
            <a:lvl1pPr algn="l">
              <a:defRPr sz="2400" b="0">
                <a:solidFill>
                  <a:schemeClr val="accent1"/>
                </a:solidFill>
              </a:defRPr>
            </a:lvl1pPr>
          </a:lstStyle>
          <a:p>
            <a:pPr rtl="0"/>
            <a:r>
              <a:rPr lang="en-US" noProof="0"/>
              <a:t>Click to edit Master title style</a:t>
            </a:r>
            <a:endParaRPr lang="en-GB" noProof="0"/>
          </a:p>
        </p:txBody>
      </p:sp>
      <p:sp>
        <p:nvSpPr>
          <p:cNvPr id="3" name="Picture Placeholder 2"/>
          <p:cNvSpPr>
            <a:spLocks noGrp="1" noChangeAspect="1"/>
          </p:cNvSpPr>
          <p:nvPr>
            <p:ph type="pic" idx="1"/>
          </p:nvPr>
        </p:nvSpPr>
        <p:spPr>
          <a:xfrm>
            <a:off x="447817" y="599725"/>
            <a:ext cx="11290859" cy="3557252"/>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n-US" noProof="0"/>
              <a:t>Click icon to add picture</a:t>
            </a:r>
            <a:endParaRPr lang="en-GB" noProof="0"/>
          </a:p>
        </p:txBody>
      </p:sp>
      <p:sp>
        <p:nvSpPr>
          <p:cNvPr id="4" name="Text Placeholder 3"/>
          <p:cNvSpPr>
            <a:spLocks noGrp="1"/>
          </p:cNvSpPr>
          <p:nvPr>
            <p:ph type="body" sz="half" idx="2"/>
          </p:nvPr>
        </p:nvSpPr>
        <p:spPr>
          <a:xfrm>
            <a:off x="581192" y="5260127"/>
            <a:ext cx="11029617" cy="598671"/>
          </a:xfrm>
        </p:spPr>
        <p:txBody>
          <a:bodyPr rtlCol="0">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5" name="Date Placeholder 4"/>
          <p:cNvSpPr>
            <a:spLocks noGrp="1"/>
          </p:cNvSpPr>
          <p:nvPr>
            <p:ph type="dt" sz="half" idx="10"/>
          </p:nvPr>
        </p:nvSpPr>
        <p:spPr/>
        <p:txBody>
          <a:bodyPr rtlCol="0"/>
          <a:lstStyle/>
          <a:p>
            <a:pPr rtl="0"/>
            <a:fld id="{F1426F34-0300-434E-A891-7878EA74BE6A}" type="datetime1">
              <a:rPr lang="en-GB" noProof="0" smtClean="0"/>
              <a:t>01/09/2024</a:t>
            </a:fld>
            <a:endParaRPr lang="en-GB" noProof="0"/>
          </a:p>
        </p:txBody>
      </p:sp>
      <p:sp>
        <p:nvSpPr>
          <p:cNvPr id="6" name="Footer Placeholder 5"/>
          <p:cNvSpPr>
            <a:spLocks noGrp="1"/>
          </p:cNvSpPr>
          <p:nvPr>
            <p:ph type="ftr" sz="quarter" idx="11"/>
          </p:nvPr>
        </p:nvSpPr>
        <p:spPr/>
        <p:txBody>
          <a:bodyPr rtlCol="0"/>
          <a:lstStyle/>
          <a:p>
            <a:pPr rtl="0"/>
            <a:endParaRPr lang="en-GB" noProof="0"/>
          </a:p>
        </p:txBody>
      </p:sp>
      <p:sp>
        <p:nvSpPr>
          <p:cNvPr id="7" name="Slide Number Placeholder 6"/>
          <p:cNvSpPr>
            <a:spLocks noGrp="1"/>
          </p:cNvSpPr>
          <p:nvPr>
            <p:ph type="sldNum" sz="quarter" idx="12"/>
          </p:nvPr>
        </p:nvSpPr>
        <p:spPr/>
        <p:txBody>
          <a:bodyPr rtlCol="0"/>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rtlCol="0"/>
          <a:lstStyle/>
          <a:p>
            <a:pPr rtl="0"/>
            <a:r>
              <a:rPr lang="en-US" noProof="0"/>
              <a:t>Click to edit Master title style</a:t>
            </a:r>
            <a:endParaRPr lang="en-GB" noProof="0"/>
          </a:p>
        </p:txBody>
      </p:sp>
      <p:sp>
        <p:nvSpPr>
          <p:cNvPr id="3" name="Vertical Text Placeholder 2"/>
          <p:cNvSpPr>
            <a:spLocks noGrp="1"/>
          </p:cNvSpPr>
          <p:nvPr>
            <p:ph type="body" orient="vert" idx="1"/>
          </p:nvPr>
        </p:nvSpPr>
        <p:spPr/>
        <p:txBody>
          <a:bodyPr vert="eaVert" rtlCol="0" anchor="t"/>
          <a:lstStyle>
            <a:lvl1pPr algn="l">
              <a:defRPr/>
            </a:lvl1pPr>
            <a:lvl2pPr algn="l">
              <a:defRPr/>
            </a:lvl2pPr>
            <a:lvl3pPr algn="l">
              <a:defRPr/>
            </a:lvl3pPr>
            <a:lvl4pPr algn="l">
              <a:defRPr/>
            </a:lvl4pPr>
            <a:lvl5pPr algn="l">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p:cNvSpPr>
            <a:spLocks noGrp="1"/>
          </p:cNvSpPr>
          <p:nvPr>
            <p:ph type="dt" sz="half" idx="10"/>
          </p:nvPr>
        </p:nvSpPr>
        <p:spPr/>
        <p:txBody>
          <a:bodyPr rtlCol="0"/>
          <a:lstStyle/>
          <a:p>
            <a:pPr rtl="0"/>
            <a:fld id="{BD343CF6-3E11-4427-8B1A-ADC90ABF3A66}" type="datetime1">
              <a:rPr lang="en-GB" noProof="0" smtClean="0"/>
              <a:t>01/09/2024</a:t>
            </a:fld>
            <a:endParaRPr lang="en-GB" noProof="0"/>
          </a:p>
        </p:txBody>
      </p:sp>
      <p:sp>
        <p:nvSpPr>
          <p:cNvPr id="5" name="Footer Placeholder 4"/>
          <p:cNvSpPr>
            <a:spLocks noGrp="1"/>
          </p:cNvSpPr>
          <p:nvPr>
            <p:ph type="ftr" sz="quarter" idx="11"/>
          </p:nvPr>
        </p:nvSpPr>
        <p:spPr/>
        <p:txBody>
          <a:bodyPr rtlCol="0"/>
          <a:lstStyle/>
          <a:p>
            <a:pPr rtl="0"/>
            <a:endParaRPr lang="en-GB" noProof="0"/>
          </a:p>
        </p:txBody>
      </p:sp>
      <p:sp>
        <p:nvSpPr>
          <p:cNvPr id="6" name="Slide Number Placeholder 5"/>
          <p:cNvSpPr>
            <a:spLocks noGrp="1"/>
          </p:cNvSpPr>
          <p:nvPr>
            <p:ph type="sldNum" sz="quarter" idx="12"/>
          </p:nvPr>
        </p:nvSpPr>
        <p:spPr/>
        <p:txBody>
          <a:bodyPr rtlCol="0"/>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rtlCol="0"/>
          <a:lstStyle/>
          <a:p>
            <a:pPr rtl="0"/>
            <a:r>
              <a:rPr lang="en-US" noProof="0"/>
              <a:t>Click to edit Master title style</a:t>
            </a:r>
            <a:endParaRPr lang="en-GB" noProof="0"/>
          </a:p>
        </p:txBody>
      </p:sp>
      <p:sp>
        <p:nvSpPr>
          <p:cNvPr id="3" name="Vertical Text Placeholder 2"/>
          <p:cNvSpPr>
            <a:spLocks noGrp="1"/>
          </p:cNvSpPr>
          <p:nvPr>
            <p:ph type="body" orient="vert" idx="1"/>
          </p:nvPr>
        </p:nvSpPr>
        <p:spPr>
          <a:xfrm>
            <a:off x="774923" y="675726"/>
            <a:ext cx="7896279" cy="5183073"/>
          </a:xfrm>
        </p:spPr>
        <p:txBody>
          <a:bodyPr vert="eaVert" rtlCol="0" anchor="t"/>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p:cNvSpPr>
            <a:spLocks noGrp="1"/>
          </p:cNvSpPr>
          <p:nvPr>
            <p:ph type="dt" sz="half" idx="10"/>
          </p:nvPr>
        </p:nvSpPr>
        <p:spPr>
          <a:xfrm>
            <a:off x="8993673" y="5956137"/>
            <a:ext cx="1328141" cy="365125"/>
          </a:xfrm>
        </p:spPr>
        <p:txBody>
          <a:bodyPr rtlCol="0"/>
          <a:lstStyle>
            <a:lvl1pPr>
              <a:defRPr>
                <a:solidFill>
                  <a:schemeClr val="accent1">
                    <a:lumMod val="75000"/>
                    <a:lumOff val="25000"/>
                  </a:schemeClr>
                </a:solidFill>
              </a:defRPr>
            </a:lvl1pPr>
          </a:lstStyle>
          <a:p>
            <a:pPr rtl="0"/>
            <a:fld id="{494B3D51-D911-45AB-931D-354F6E92D3BA}" type="datetime1">
              <a:rPr lang="en-GB" noProof="0" smtClean="0"/>
              <a:t>01/09/2024</a:t>
            </a:fld>
            <a:endParaRPr lang="en-GB" noProof="0"/>
          </a:p>
        </p:txBody>
      </p:sp>
      <p:sp>
        <p:nvSpPr>
          <p:cNvPr id="5" name="Footer Placeholder 4"/>
          <p:cNvSpPr>
            <a:spLocks noGrp="1"/>
          </p:cNvSpPr>
          <p:nvPr>
            <p:ph type="ftr" sz="quarter" idx="11"/>
          </p:nvPr>
        </p:nvSpPr>
        <p:spPr>
          <a:xfrm>
            <a:off x="774923" y="5951811"/>
            <a:ext cx="7896279" cy="365125"/>
          </a:xfrm>
        </p:spPr>
        <p:txBody>
          <a:bodyPr rtlCol="0"/>
          <a:lstStyle/>
          <a:p>
            <a:pPr rtl="0"/>
            <a:endParaRPr lang="en-GB" noProof="0"/>
          </a:p>
        </p:txBody>
      </p:sp>
      <p:sp>
        <p:nvSpPr>
          <p:cNvPr id="6" name="Slide Number Placeholder 5"/>
          <p:cNvSpPr>
            <a:spLocks noGrp="1"/>
          </p:cNvSpPr>
          <p:nvPr>
            <p:ph type="sldNum" sz="quarter" idx="12"/>
          </p:nvPr>
        </p:nvSpPr>
        <p:spPr>
          <a:xfrm>
            <a:off x="10446615" y="5956137"/>
            <a:ext cx="1164195" cy="365125"/>
          </a:xfrm>
        </p:spPr>
        <p:txBody>
          <a:bodyPr rtlCol="0"/>
          <a:lstStyle>
            <a:lvl1pPr>
              <a:defRPr>
                <a:solidFill>
                  <a:schemeClr val="accent1">
                    <a:lumMod val="75000"/>
                    <a:lumOff val="25000"/>
                  </a:schemeClr>
                </a:solidFill>
              </a:defRPr>
            </a:lvl1pPr>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en-US" noProof="0"/>
              <a:t>Click to edit Master title style</a:t>
            </a:r>
            <a:endParaRPr lang="en-GB" noProof="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pPr rtl="0"/>
            <a:fld id="{D42C8507-105F-4E14-982A-7661524B0F9E}" type="datetime1">
              <a:rPr lang="en-GB" noProof="0" smtClean="0"/>
              <a:t>01/09/2024</a:t>
            </a:fld>
            <a:endParaRPr lang="en-GB" noProof="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pPr rtl="0"/>
            <a:endParaRPr lang="en-GB" noProof="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pPr rtl="0"/>
            <a:fld id="{D57F1E4F-1CFF-5643-939E-217C01CDF565}" type="slidenum">
              <a:rPr lang="en-GB" noProof="0" smtClean="0"/>
              <a:pPr/>
              <a:t>‹#›</a:t>
            </a:fld>
            <a:endParaRPr lang="en-GB" noProof="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duotone>
              <a:schemeClr val="accent3">
                <a:shade val="45000"/>
                <a:satMod val="135000"/>
              </a:schemeClr>
              <a:prstClr val="white"/>
            </a:duotone>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482601" y="5409315"/>
            <a:ext cx="10993549" cy="895244"/>
          </a:xfrm>
        </p:spPr>
        <p:txBody>
          <a:bodyPr rtlCol="0">
            <a:noAutofit/>
          </a:bodyPr>
          <a:lstStyle/>
          <a:p>
            <a:pPr rtl="0"/>
            <a:r>
              <a:rPr lang="en-GB" sz="6000" dirty="0">
                <a:solidFill>
                  <a:schemeClr val="bg1"/>
                </a:solidFill>
              </a:rPr>
              <a:t>Intrusion prevention systems </a:t>
            </a:r>
          </a:p>
        </p:txBody>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3869826" y="5742652"/>
            <a:ext cx="10993546" cy="484822"/>
          </a:xfrm>
        </p:spPr>
        <p:txBody>
          <a:bodyPr rtlCol="0">
            <a:normAutofit/>
          </a:bodyPr>
          <a:lstStyle/>
          <a:p>
            <a:pPr rtl="0"/>
            <a:r>
              <a:rPr lang="en-US" dirty="0">
                <a:solidFill>
                  <a:srgbClr val="7CEBFF"/>
                </a:solidFill>
              </a:rPr>
              <a:t>H17M 34</a:t>
            </a:r>
            <a:endParaRPr lang="en-GB" dirty="0">
              <a:solidFill>
                <a:srgbClr val="7CEBFF"/>
              </a:solidFill>
            </a:endParaRP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E15E636-2C9E-42CB-B482-436AA81BF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Graph on document with pen">
            <a:extLst>
              <a:ext uri="{FF2B5EF4-FFF2-40B4-BE49-F238E27FC236}">
                <a16:creationId xmlns:a16="http://schemas.microsoft.com/office/drawing/2014/main" id="{7DCA8A67-6438-1B9C-DE71-D13583A6F5B2}"/>
              </a:ext>
            </a:extLst>
          </p:cNvPr>
          <p:cNvPicPr>
            <a:picLocks noChangeAspect="1"/>
          </p:cNvPicPr>
          <p:nvPr/>
        </p:nvPicPr>
        <p:blipFill>
          <a:blip r:embed="rId2"/>
          <a:srcRect t="2439" b="13291"/>
          <a:stretch/>
        </p:blipFill>
        <p:spPr>
          <a:xfrm>
            <a:off x="20" y="10"/>
            <a:ext cx="12191980" cy="6857990"/>
          </a:xfrm>
          <a:prstGeom prst="rect">
            <a:avLst/>
          </a:prstGeom>
        </p:spPr>
      </p:pic>
      <p:grpSp>
        <p:nvGrpSpPr>
          <p:cNvPr id="11" name="Group 10">
            <a:extLst>
              <a:ext uri="{FF2B5EF4-FFF2-40B4-BE49-F238E27FC236}">
                <a16:creationId xmlns:a16="http://schemas.microsoft.com/office/drawing/2014/main" id="{01D4AEDF-0CF9-4271-ABB7-3D3489BB42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8" y="457200"/>
            <a:ext cx="3703320" cy="5935132"/>
            <a:chOff x="438068" y="457200"/>
            <a:chExt cx="3703320" cy="5935132"/>
          </a:xfrm>
        </p:grpSpPr>
        <p:sp>
          <p:nvSpPr>
            <p:cNvPr id="12" name="Rectangle 11">
              <a:extLst>
                <a:ext uri="{FF2B5EF4-FFF2-40B4-BE49-F238E27FC236}">
                  <a16:creationId xmlns:a16="http://schemas.microsoft.com/office/drawing/2014/main" id="{55CA534D-375A-405E-B686-06B63E6630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618067"/>
              <a:ext cx="3702134" cy="5774265"/>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3" name="Rectangle 12">
              <a:extLst>
                <a:ext uri="{FF2B5EF4-FFF2-40B4-BE49-F238E27FC236}">
                  <a16:creationId xmlns:a16="http://schemas.microsoft.com/office/drawing/2014/main" id="{AA2342F7-EF54-4210-9029-E977C9D576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1">
            <a:extLst>
              <a:ext uri="{FF2B5EF4-FFF2-40B4-BE49-F238E27FC236}">
                <a16:creationId xmlns:a16="http://schemas.microsoft.com/office/drawing/2014/main" id="{1E9269C5-3477-F508-CC63-3C33C7358CF5}"/>
              </a:ext>
            </a:extLst>
          </p:cNvPr>
          <p:cNvSpPr>
            <a:spLocks noGrp="1"/>
          </p:cNvSpPr>
          <p:nvPr>
            <p:ph type="title"/>
          </p:nvPr>
        </p:nvSpPr>
        <p:spPr>
          <a:xfrm>
            <a:off x="584200" y="1006956"/>
            <a:ext cx="3412067" cy="1372177"/>
          </a:xfrm>
        </p:spPr>
        <p:txBody>
          <a:bodyPr anchor="ctr">
            <a:normAutofit/>
          </a:bodyPr>
          <a:lstStyle/>
          <a:p>
            <a:r>
              <a:rPr lang="en-US" dirty="0"/>
              <a:t>Signature Alarms </a:t>
            </a:r>
            <a:endParaRPr lang="en-GB" dirty="0"/>
          </a:p>
        </p:txBody>
      </p:sp>
      <p:sp>
        <p:nvSpPr>
          <p:cNvPr id="3" name="Content Placeholder 2">
            <a:extLst>
              <a:ext uri="{FF2B5EF4-FFF2-40B4-BE49-F238E27FC236}">
                <a16:creationId xmlns:a16="http://schemas.microsoft.com/office/drawing/2014/main" id="{17A9AA2F-A365-D538-EB6B-6A3A272FD8C6}"/>
              </a:ext>
            </a:extLst>
          </p:cNvPr>
          <p:cNvSpPr>
            <a:spLocks noGrp="1"/>
          </p:cNvSpPr>
          <p:nvPr>
            <p:ph idx="1"/>
          </p:nvPr>
        </p:nvSpPr>
        <p:spPr>
          <a:xfrm>
            <a:off x="581193" y="2438399"/>
            <a:ext cx="3415074" cy="3564467"/>
          </a:xfrm>
        </p:spPr>
        <p:txBody>
          <a:bodyPr>
            <a:normAutofit/>
          </a:bodyPr>
          <a:lstStyle/>
          <a:p>
            <a:r>
              <a:rPr lang="en-GB" dirty="0">
                <a:solidFill>
                  <a:schemeClr val="bg1"/>
                </a:solidFill>
              </a:rPr>
              <a:t>The capability of IDS and IPS sensors to accurately detect an attack or a policy violation, and generate an alarm is critical to the functionality of the sensors. </a:t>
            </a:r>
          </a:p>
          <a:p>
            <a:r>
              <a:rPr lang="en-GB" dirty="0">
                <a:solidFill>
                  <a:schemeClr val="bg1"/>
                </a:solidFill>
              </a:rPr>
              <a:t>There are a number of states which can be reported. </a:t>
            </a:r>
            <a:endParaRPr lang="en-US" dirty="0">
              <a:solidFill>
                <a:schemeClr val="bg1"/>
              </a:solidFill>
            </a:endParaRPr>
          </a:p>
          <a:p>
            <a:endParaRPr lang="en-GB" dirty="0">
              <a:solidFill>
                <a:schemeClr val="bg1"/>
              </a:solidFill>
            </a:endParaRPr>
          </a:p>
        </p:txBody>
      </p:sp>
    </p:spTree>
    <p:extLst>
      <p:ext uri="{BB962C8B-B14F-4D97-AF65-F5344CB8AC3E}">
        <p14:creationId xmlns:p14="http://schemas.microsoft.com/office/powerpoint/2010/main" val="41039720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7C26E-EA32-DE4A-5B39-10ECAC461A7F}"/>
              </a:ext>
            </a:extLst>
          </p:cNvPr>
          <p:cNvSpPr>
            <a:spLocks noGrp="1"/>
          </p:cNvSpPr>
          <p:nvPr>
            <p:ph type="title"/>
          </p:nvPr>
        </p:nvSpPr>
        <p:spPr>
          <a:xfrm>
            <a:off x="581192" y="702156"/>
            <a:ext cx="11029616" cy="1013800"/>
          </a:xfrm>
        </p:spPr>
        <p:txBody>
          <a:bodyPr>
            <a:normAutofit/>
          </a:bodyPr>
          <a:lstStyle/>
          <a:p>
            <a:r>
              <a:rPr lang="en-US">
                <a:solidFill>
                  <a:srgbClr val="FFFEFF"/>
                </a:solidFill>
              </a:rPr>
              <a:t>False Positives</a:t>
            </a:r>
            <a:endParaRPr lang="en-GB">
              <a:solidFill>
                <a:srgbClr val="FFFEFF"/>
              </a:solidFill>
            </a:endParaRPr>
          </a:p>
        </p:txBody>
      </p:sp>
      <p:graphicFrame>
        <p:nvGraphicFramePr>
          <p:cNvPr id="5" name="Content Placeholder 2">
            <a:extLst>
              <a:ext uri="{FF2B5EF4-FFF2-40B4-BE49-F238E27FC236}">
                <a16:creationId xmlns:a16="http://schemas.microsoft.com/office/drawing/2014/main" id="{01592D80-479E-3D46-193F-A1EA74B788F2}"/>
              </a:ext>
            </a:extLst>
          </p:cNvPr>
          <p:cNvGraphicFramePr>
            <a:graphicFrameLocks noGrp="1"/>
          </p:cNvGraphicFramePr>
          <p:nvPr>
            <p:ph idx="1"/>
            <p:extLst>
              <p:ext uri="{D42A27DB-BD31-4B8C-83A1-F6EECF244321}">
                <p14:modId xmlns:p14="http://schemas.microsoft.com/office/powerpoint/2010/main" val="2508706900"/>
              </p:ext>
            </p:extLst>
          </p:nvPr>
        </p:nvGraphicFramePr>
        <p:xfrm>
          <a:off x="581025" y="2181225"/>
          <a:ext cx="11029950" cy="420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16417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7C26E-EA32-DE4A-5B39-10ECAC461A7F}"/>
              </a:ext>
            </a:extLst>
          </p:cNvPr>
          <p:cNvSpPr>
            <a:spLocks noGrp="1"/>
          </p:cNvSpPr>
          <p:nvPr>
            <p:ph type="title"/>
          </p:nvPr>
        </p:nvSpPr>
        <p:spPr>
          <a:xfrm>
            <a:off x="581192" y="702156"/>
            <a:ext cx="11029616" cy="1013800"/>
          </a:xfrm>
        </p:spPr>
        <p:txBody>
          <a:bodyPr>
            <a:normAutofit/>
          </a:bodyPr>
          <a:lstStyle/>
          <a:p>
            <a:r>
              <a:rPr lang="en-US" dirty="0">
                <a:solidFill>
                  <a:srgbClr val="FFFEFF"/>
                </a:solidFill>
              </a:rPr>
              <a:t>False negative</a:t>
            </a:r>
            <a:endParaRPr lang="en-GB" dirty="0">
              <a:solidFill>
                <a:srgbClr val="FFFEFF"/>
              </a:solidFill>
            </a:endParaRPr>
          </a:p>
        </p:txBody>
      </p:sp>
      <p:graphicFrame>
        <p:nvGraphicFramePr>
          <p:cNvPr id="5" name="Content Placeholder 2">
            <a:extLst>
              <a:ext uri="{FF2B5EF4-FFF2-40B4-BE49-F238E27FC236}">
                <a16:creationId xmlns:a16="http://schemas.microsoft.com/office/drawing/2014/main" id="{01592D80-479E-3D46-193F-A1EA74B788F2}"/>
              </a:ext>
            </a:extLst>
          </p:cNvPr>
          <p:cNvGraphicFramePr>
            <a:graphicFrameLocks noGrp="1"/>
          </p:cNvGraphicFramePr>
          <p:nvPr>
            <p:ph idx="1"/>
            <p:extLst>
              <p:ext uri="{D42A27DB-BD31-4B8C-83A1-F6EECF244321}">
                <p14:modId xmlns:p14="http://schemas.microsoft.com/office/powerpoint/2010/main" val="4199281662"/>
              </p:ext>
            </p:extLst>
          </p:nvPr>
        </p:nvGraphicFramePr>
        <p:xfrm>
          <a:off x="581025" y="2181225"/>
          <a:ext cx="11029950" cy="420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49792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7C26E-EA32-DE4A-5B39-10ECAC461A7F}"/>
              </a:ext>
            </a:extLst>
          </p:cNvPr>
          <p:cNvSpPr>
            <a:spLocks noGrp="1"/>
          </p:cNvSpPr>
          <p:nvPr>
            <p:ph type="title"/>
          </p:nvPr>
        </p:nvSpPr>
        <p:spPr>
          <a:xfrm>
            <a:off x="581192" y="702156"/>
            <a:ext cx="11029616" cy="1013800"/>
          </a:xfrm>
        </p:spPr>
        <p:txBody>
          <a:bodyPr>
            <a:normAutofit/>
          </a:bodyPr>
          <a:lstStyle/>
          <a:p>
            <a:r>
              <a:rPr lang="en-US" dirty="0">
                <a:solidFill>
                  <a:srgbClr val="FFFEFF"/>
                </a:solidFill>
              </a:rPr>
              <a:t>True positive</a:t>
            </a:r>
            <a:endParaRPr lang="en-GB" dirty="0">
              <a:solidFill>
                <a:srgbClr val="FFFEFF"/>
              </a:solidFill>
            </a:endParaRPr>
          </a:p>
        </p:txBody>
      </p:sp>
      <p:graphicFrame>
        <p:nvGraphicFramePr>
          <p:cNvPr id="5" name="Content Placeholder 2">
            <a:extLst>
              <a:ext uri="{FF2B5EF4-FFF2-40B4-BE49-F238E27FC236}">
                <a16:creationId xmlns:a16="http://schemas.microsoft.com/office/drawing/2014/main" id="{01592D80-479E-3D46-193F-A1EA74B788F2}"/>
              </a:ext>
            </a:extLst>
          </p:cNvPr>
          <p:cNvGraphicFramePr>
            <a:graphicFrameLocks noGrp="1"/>
          </p:cNvGraphicFramePr>
          <p:nvPr>
            <p:ph idx="1"/>
            <p:extLst>
              <p:ext uri="{D42A27DB-BD31-4B8C-83A1-F6EECF244321}">
                <p14:modId xmlns:p14="http://schemas.microsoft.com/office/powerpoint/2010/main" val="2104769637"/>
              </p:ext>
            </p:extLst>
          </p:nvPr>
        </p:nvGraphicFramePr>
        <p:xfrm>
          <a:off x="581025" y="2181225"/>
          <a:ext cx="11029950" cy="420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687682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7C26E-EA32-DE4A-5B39-10ECAC461A7F}"/>
              </a:ext>
            </a:extLst>
          </p:cNvPr>
          <p:cNvSpPr>
            <a:spLocks noGrp="1"/>
          </p:cNvSpPr>
          <p:nvPr>
            <p:ph type="title"/>
          </p:nvPr>
        </p:nvSpPr>
        <p:spPr>
          <a:xfrm>
            <a:off x="581192" y="702156"/>
            <a:ext cx="11029616" cy="1013800"/>
          </a:xfrm>
        </p:spPr>
        <p:txBody>
          <a:bodyPr>
            <a:normAutofit/>
          </a:bodyPr>
          <a:lstStyle/>
          <a:p>
            <a:r>
              <a:rPr lang="en-US" dirty="0">
                <a:solidFill>
                  <a:srgbClr val="FFFEFF"/>
                </a:solidFill>
              </a:rPr>
              <a:t>true negative</a:t>
            </a:r>
            <a:endParaRPr lang="en-GB" dirty="0">
              <a:solidFill>
                <a:srgbClr val="FFFEFF"/>
              </a:solidFill>
            </a:endParaRPr>
          </a:p>
        </p:txBody>
      </p:sp>
      <p:graphicFrame>
        <p:nvGraphicFramePr>
          <p:cNvPr id="5" name="Content Placeholder 2">
            <a:extLst>
              <a:ext uri="{FF2B5EF4-FFF2-40B4-BE49-F238E27FC236}">
                <a16:creationId xmlns:a16="http://schemas.microsoft.com/office/drawing/2014/main" id="{01592D80-479E-3D46-193F-A1EA74B788F2}"/>
              </a:ext>
            </a:extLst>
          </p:cNvPr>
          <p:cNvGraphicFramePr>
            <a:graphicFrameLocks noGrp="1"/>
          </p:cNvGraphicFramePr>
          <p:nvPr>
            <p:ph idx="1"/>
            <p:extLst>
              <p:ext uri="{D42A27DB-BD31-4B8C-83A1-F6EECF244321}">
                <p14:modId xmlns:p14="http://schemas.microsoft.com/office/powerpoint/2010/main" val="2141984061"/>
              </p:ext>
            </p:extLst>
          </p:nvPr>
        </p:nvGraphicFramePr>
        <p:xfrm>
          <a:off x="581025" y="2181225"/>
          <a:ext cx="11029950" cy="420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77793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EE1F4-3E46-4380-DF80-CF6DB7FE1EB8}"/>
              </a:ext>
            </a:extLst>
          </p:cNvPr>
          <p:cNvSpPr>
            <a:spLocks noGrp="1"/>
          </p:cNvSpPr>
          <p:nvPr>
            <p:ph type="title"/>
          </p:nvPr>
        </p:nvSpPr>
        <p:spPr>
          <a:xfrm>
            <a:off x="581192" y="702156"/>
            <a:ext cx="11029616" cy="1013800"/>
          </a:xfrm>
        </p:spPr>
        <p:txBody>
          <a:bodyPr>
            <a:normAutofit/>
          </a:bodyPr>
          <a:lstStyle/>
          <a:p>
            <a:r>
              <a:rPr lang="en-GB" b="1"/>
              <a:t>Misconfiguration Attacks</a:t>
            </a:r>
            <a:br>
              <a:rPr lang="en-GB" b="1"/>
            </a:br>
            <a:endParaRPr lang="en-GB" dirty="0"/>
          </a:p>
        </p:txBody>
      </p:sp>
      <p:sp>
        <p:nvSpPr>
          <p:cNvPr id="10" name="Rectangle 9">
            <a:extLst>
              <a:ext uri="{FF2B5EF4-FFF2-40B4-BE49-F238E27FC236}">
                <a16:creationId xmlns:a16="http://schemas.microsoft.com/office/drawing/2014/main" id="{3FE9758B-E361-4084-8D9F-729FA6C4A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2180496"/>
            <a:ext cx="5404639" cy="4045683"/>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Lock">
            <a:extLst>
              <a:ext uri="{FF2B5EF4-FFF2-40B4-BE49-F238E27FC236}">
                <a16:creationId xmlns:a16="http://schemas.microsoft.com/office/drawing/2014/main" id="{FFE10812-9D81-DD41-BC70-D423EE3CAA6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3878" y="2361056"/>
            <a:ext cx="3649219" cy="3649219"/>
          </a:xfrm>
          <a:prstGeom prst="rect">
            <a:avLst/>
          </a:prstGeom>
        </p:spPr>
      </p:pic>
      <p:sp>
        <p:nvSpPr>
          <p:cNvPr id="3" name="Content Placeholder 2">
            <a:extLst>
              <a:ext uri="{FF2B5EF4-FFF2-40B4-BE49-F238E27FC236}">
                <a16:creationId xmlns:a16="http://schemas.microsoft.com/office/drawing/2014/main" id="{7F24CABD-6D91-7A5B-17D8-36C9C7C8BC48}"/>
              </a:ext>
            </a:extLst>
          </p:cNvPr>
          <p:cNvSpPr>
            <a:spLocks noGrp="1"/>
          </p:cNvSpPr>
          <p:nvPr>
            <p:ph idx="1"/>
          </p:nvPr>
        </p:nvSpPr>
        <p:spPr>
          <a:xfrm>
            <a:off x="6335805" y="2180496"/>
            <a:ext cx="5275001" cy="4045683"/>
          </a:xfrm>
        </p:spPr>
        <p:txBody>
          <a:bodyPr>
            <a:normAutofit lnSpcReduction="10000"/>
          </a:bodyPr>
          <a:lstStyle/>
          <a:p>
            <a:pPr>
              <a:lnSpc>
                <a:spcPct val="90000"/>
              </a:lnSpc>
            </a:pPr>
            <a:r>
              <a:rPr lang="en-GB" sz="1400" dirty="0"/>
              <a:t>Each security system needs to be designed by the administrator for some factors to reflect a part of security strategy it imposes and to safeguard that the system provides the functionality that the users need. This usually means turning on several options. </a:t>
            </a:r>
          </a:p>
          <a:p>
            <a:pPr>
              <a:lnSpc>
                <a:spcPct val="90000"/>
              </a:lnSpc>
            </a:pPr>
            <a:endParaRPr lang="en-GB" sz="1400" dirty="0"/>
          </a:p>
          <a:p>
            <a:pPr>
              <a:lnSpc>
                <a:spcPct val="90000"/>
              </a:lnSpc>
            </a:pPr>
            <a:r>
              <a:rPr lang="en-GB" sz="1400" dirty="0"/>
              <a:t>The desired features work well after the administrator establishes the right options.</a:t>
            </a:r>
          </a:p>
          <a:p>
            <a:pPr>
              <a:lnSpc>
                <a:spcPct val="90000"/>
              </a:lnSpc>
            </a:pPr>
            <a:endParaRPr lang="en-GB" sz="1400" dirty="0"/>
          </a:p>
          <a:p>
            <a:pPr>
              <a:lnSpc>
                <a:spcPct val="90000"/>
              </a:lnSpc>
            </a:pPr>
            <a:r>
              <a:rPr lang="en-GB" sz="1400" dirty="0"/>
              <a:t>However, a problem might occur when the administrator forgets to switch off those options when they are unnecessarily needed after a while. </a:t>
            </a:r>
          </a:p>
          <a:p>
            <a:pPr>
              <a:lnSpc>
                <a:spcPct val="90000"/>
              </a:lnSpc>
            </a:pPr>
            <a:endParaRPr lang="en-GB" sz="1400" dirty="0"/>
          </a:p>
          <a:p>
            <a:pPr>
              <a:lnSpc>
                <a:spcPct val="90000"/>
              </a:lnSpc>
            </a:pPr>
            <a:r>
              <a:rPr lang="en-GB" sz="1400" dirty="0"/>
              <a:t>Any misconfiguration or weak configuration can be used by intruders either to skip a security barrier or to find out about a security breach. As a result, misconfiguration or missing patch has become one of the most substantial weaknesses the enterprises face recently and an estimate shows that misconfiguration attacks will account for 70% of successful WLAN attacks.</a:t>
            </a:r>
          </a:p>
          <a:p>
            <a:pPr>
              <a:lnSpc>
                <a:spcPct val="90000"/>
              </a:lnSpc>
            </a:pPr>
            <a:endParaRPr lang="en-GB" sz="1100" dirty="0"/>
          </a:p>
        </p:txBody>
      </p:sp>
    </p:spTree>
    <p:extLst>
      <p:ext uri="{BB962C8B-B14F-4D97-AF65-F5344CB8AC3E}">
        <p14:creationId xmlns:p14="http://schemas.microsoft.com/office/powerpoint/2010/main" val="34662699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98000"/>
                <a:satMod val="110000"/>
                <a:lumMod val="86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E8BCA1D-ACDF-4D63-9AA0-366C4F8553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815651-9335-CCDA-0336-186EFA19D258}"/>
              </a:ext>
            </a:extLst>
          </p:cNvPr>
          <p:cNvSpPr>
            <a:spLocks noGrp="1"/>
          </p:cNvSpPr>
          <p:nvPr>
            <p:ph type="title"/>
          </p:nvPr>
        </p:nvSpPr>
        <p:spPr>
          <a:xfrm>
            <a:off x="746228" y="1037967"/>
            <a:ext cx="3054091" cy="4709131"/>
          </a:xfrm>
        </p:spPr>
        <p:txBody>
          <a:bodyPr anchor="ctr">
            <a:normAutofit/>
          </a:bodyPr>
          <a:lstStyle/>
          <a:p>
            <a:r>
              <a:rPr lang="en-GB" b="1">
                <a:solidFill>
                  <a:schemeClr val="accent1"/>
                </a:solidFill>
              </a:rPr>
              <a:t>Fuzzy Logic Probability calculation IPS</a:t>
            </a:r>
            <a:br>
              <a:rPr lang="en-GB" b="1">
                <a:solidFill>
                  <a:schemeClr val="accent1"/>
                </a:solidFill>
              </a:rPr>
            </a:br>
            <a:endParaRPr lang="en-GB">
              <a:solidFill>
                <a:schemeClr val="accent1"/>
              </a:solidFill>
            </a:endParaRPr>
          </a:p>
        </p:txBody>
      </p:sp>
      <p:sp>
        <p:nvSpPr>
          <p:cNvPr id="11" name="Rectangle 10">
            <a:extLst>
              <a:ext uri="{FF2B5EF4-FFF2-40B4-BE49-F238E27FC236}">
                <a16:creationId xmlns:a16="http://schemas.microsoft.com/office/drawing/2014/main" id="{5DB82E3F-D9C4-42E7-AABF-D760C2F56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3" name="Rectangle 12">
            <a:extLst>
              <a:ext uri="{FF2B5EF4-FFF2-40B4-BE49-F238E27FC236}">
                <a16:creationId xmlns:a16="http://schemas.microsoft.com/office/drawing/2014/main" id="{5F145784-B126-48E6-B33B-0BEA2EBF18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Rectangle 14">
            <a:extLst>
              <a:ext uri="{FF2B5EF4-FFF2-40B4-BE49-F238E27FC236}">
                <a16:creationId xmlns:a16="http://schemas.microsoft.com/office/drawing/2014/main" id="{06AD7FED-ECA8-4F84-9067-C1B1E9610F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7" name="Rectangle 16">
            <a:extLst>
              <a:ext uri="{FF2B5EF4-FFF2-40B4-BE49-F238E27FC236}">
                <a16:creationId xmlns:a16="http://schemas.microsoft.com/office/drawing/2014/main" id="{74DF12F2-5059-41AC-A8BD-D5E115CDC2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6851" y="723898"/>
            <a:ext cx="7498616" cy="567690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aphicFrame>
        <p:nvGraphicFramePr>
          <p:cNvPr id="7" name="Content Placeholder 2">
            <a:extLst>
              <a:ext uri="{FF2B5EF4-FFF2-40B4-BE49-F238E27FC236}">
                <a16:creationId xmlns:a16="http://schemas.microsoft.com/office/drawing/2014/main" id="{5EFC06E3-F684-575C-8138-BA82F314619D}"/>
              </a:ext>
            </a:extLst>
          </p:cNvPr>
          <p:cNvGraphicFramePr>
            <a:graphicFrameLocks noGrp="1"/>
          </p:cNvGraphicFramePr>
          <p:nvPr>
            <p:ph idx="1"/>
            <p:extLst>
              <p:ext uri="{D42A27DB-BD31-4B8C-83A1-F6EECF244321}">
                <p14:modId xmlns:p14="http://schemas.microsoft.com/office/powerpoint/2010/main" val="2946994189"/>
              </p:ext>
            </p:extLst>
          </p:nvPr>
        </p:nvGraphicFramePr>
        <p:xfrm>
          <a:off x="4598438" y="1037967"/>
          <a:ext cx="7012370" cy="47091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36472338"/>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E5BA9-3432-8CE1-F690-72737A2F96BA}"/>
              </a:ext>
            </a:extLst>
          </p:cNvPr>
          <p:cNvSpPr>
            <a:spLocks noGrp="1"/>
          </p:cNvSpPr>
          <p:nvPr>
            <p:ph type="title"/>
          </p:nvPr>
        </p:nvSpPr>
        <p:spPr/>
        <p:txBody>
          <a:bodyPr>
            <a:normAutofit fontScale="90000"/>
          </a:bodyPr>
          <a:lstStyle/>
          <a:p>
            <a:r>
              <a:rPr lang="en-GB" sz="2800" b="1" dirty="0"/>
              <a:t>Intrusion Prevention Systems Utilising A.I Machine Learning</a:t>
            </a:r>
            <a:br>
              <a:rPr lang="en-GB" sz="2800" b="1" dirty="0"/>
            </a:br>
            <a:endParaRPr lang="en-GB" dirty="0"/>
          </a:p>
        </p:txBody>
      </p:sp>
      <p:sp>
        <p:nvSpPr>
          <p:cNvPr id="3" name="Content Placeholder 2">
            <a:extLst>
              <a:ext uri="{FF2B5EF4-FFF2-40B4-BE49-F238E27FC236}">
                <a16:creationId xmlns:a16="http://schemas.microsoft.com/office/drawing/2014/main" id="{9BE52992-A220-8EF6-B506-3D757A0F6607}"/>
              </a:ext>
            </a:extLst>
          </p:cNvPr>
          <p:cNvSpPr>
            <a:spLocks noGrp="1"/>
          </p:cNvSpPr>
          <p:nvPr>
            <p:ph idx="1"/>
          </p:nvPr>
        </p:nvSpPr>
        <p:spPr/>
        <p:txBody>
          <a:bodyPr/>
          <a:lstStyle/>
          <a:p>
            <a:r>
              <a:rPr lang="en-GB" sz="2000" dirty="0"/>
              <a:t>The main challenge to a Cybersecurity specialist concerning host and network protection is stopping unauthorised access to a network system.</a:t>
            </a:r>
          </a:p>
          <a:p>
            <a:endParaRPr lang="en-GB" sz="2000" dirty="0"/>
          </a:p>
          <a:p>
            <a:pPr lvl="4"/>
            <a:r>
              <a:rPr lang="en-GB" sz="2000" dirty="0"/>
              <a:t>Risks:</a:t>
            </a:r>
          </a:p>
          <a:p>
            <a:pPr marL="2571750" lvl="5" indent="-285750">
              <a:buFont typeface="Arial" panose="020B0604020202020204" pitchFamily="34" charset="0"/>
              <a:buChar char="•"/>
            </a:pPr>
            <a:r>
              <a:rPr lang="en-GB" sz="2000" dirty="0"/>
              <a:t>Access to devices on the network</a:t>
            </a:r>
          </a:p>
          <a:p>
            <a:pPr marL="2571750" lvl="5" indent="-285750">
              <a:buFont typeface="Arial" panose="020B0604020202020204" pitchFamily="34" charset="0"/>
              <a:buChar char="•"/>
            </a:pPr>
            <a:r>
              <a:rPr lang="en-GB" sz="2000" dirty="0"/>
              <a:t>Malware injection</a:t>
            </a:r>
          </a:p>
          <a:p>
            <a:pPr marL="2571750" lvl="5" indent="-285750">
              <a:buFont typeface="Arial" panose="020B0604020202020204" pitchFamily="34" charset="0"/>
              <a:buChar char="•"/>
            </a:pPr>
            <a:r>
              <a:rPr lang="en-GB" sz="2000" dirty="0"/>
              <a:t>Data exfiltration</a:t>
            </a:r>
          </a:p>
          <a:p>
            <a:pPr marL="2571750" lvl="5" indent="-285750">
              <a:buFont typeface="Arial" panose="020B0604020202020204" pitchFamily="34" charset="0"/>
              <a:buChar char="•"/>
            </a:pPr>
            <a:r>
              <a:rPr lang="en-GB" sz="2000" dirty="0"/>
              <a:t>Network crash</a:t>
            </a:r>
            <a:endParaRPr lang="en-GB" dirty="0"/>
          </a:p>
        </p:txBody>
      </p:sp>
    </p:spTree>
    <p:extLst>
      <p:ext uri="{BB962C8B-B14F-4D97-AF65-F5344CB8AC3E}">
        <p14:creationId xmlns:p14="http://schemas.microsoft.com/office/powerpoint/2010/main" val="26359466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8E96387-12F1-45E4-9322-ABBF2EE040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 name="Rectangle 10">
            <a:extLst>
              <a:ext uri="{FF2B5EF4-FFF2-40B4-BE49-F238E27FC236}">
                <a16:creationId xmlns:a16="http://schemas.microsoft.com/office/drawing/2014/main" id="{A9F421DD-DE4E-4547-A904-3F80E25E3F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3" name="Rectangle 12">
            <a:extLst>
              <a:ext uri="{FF2B5EF4-FFF2-40B4-BE49-F238E27FC236}">
                <a16:creationId xmlns:a16="http://schemas.microsoft.com/office/drawing/2014/main" id="{09985DEC-1215-4209-9708-B45CC9774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Rectangle 14">
            <a:extLst>
              <a:ext uri="{FF2B5EF4-FFF2-40B4-BE49-F238E27FC236}">
                <a16:creationId xmlns:a16="http://schemas.microsoft.com/office/drawing/2014/main" id="{90EB7086-616E-4D44-94BE-D0F7635617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useBgFill="1">
        <p:nvSpPr>
          <p:cNvPr id="17" name="Rectangle 16">
            <a:extLst>
              <a:ext uri="{FF2B5EF4-FFF2-40B4-BE49-F238E27FC236}">
                <a16:creationId xmlns:a16="http://schemas.microsoft.com/office/drawing/2014/main" id="{F115DB35-53D7-4EDC-A965-A434929617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8175"/>
            <a:ext cx="12191999" cy="62198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716F6A8C-E654-25A5-4FE1-72C3F733E2FE}"/>
              </a:ext>
            </a:extLst>
          </p:cNvPr>
          <p:cNvPicPr>
            <a:picLocks noGrp="1" noChangeAspect="1"/>
          </p:cNvPicPr>
          <p:nvPr>
            <p:ph idx="1"/>
          </p:nvPr>
        </p:nvPicPr>
        <p:blipFill>
          <a:blip r:embed="rId2"/>
          <a:stretch>
            <a:fillRect/>
          </a:stretch>
        </p:blipFill>
        <p:spPr>
          <a:xfrm>
            <a:off x="931166" y="1628574"/>
            <a:ext cx="6518800" cy="3894983"/>
          </a:xfrm>
          <a:prstGeom prst="rect">
            <a:avLst/>
          </a:prstGeom>
        </p:spPr>
      </p:pic>
      <p:sp>
        <p:nvSpPr>
          <p:cNvPr id="19" name="Rectangle 18">
            <a:extLst>
              <a:ext uri="{FF2B5EF4-FFF2-40B4-BE49-F238E27FC236}">
                <a16:creationId xmlns:a16="http://schemas.microsoft.com/office/drawing/2014/main" id="{4B610F9C-62FE-46FC-8607-C35030B632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97F1313E-5A53-7575-684D-C61D64618400}"/>
              </a:ext>
            </a:extLst>
          </p:cNvPr>
          <p:cNvSpPr>
            <a:spLocks noGrp="1"/>
          </p:cNvSpPr>
          <p:nvPr>
            <p:ph type="title"/>
          </p:nvPr>
        </p:nvSpPr>
        <p:spPr>
          <a:xfrm>
            <a:off x="8296275" y="1419225"/>
            <a:ext cx="3081576" cy="2085869"/>
          </a:xfrm>
        </p:spPr>
        <p:txBody>
          <a:bodyPr vert="horz" lIns="91440" tIns="45720" rIns="91440" bIns="45720" rtlCol="0" anchor="b">
            <a:normAutofit/>
          </a:bodyPr>
          <a:lstStyle/>
          <a:p>
            <a:r>
              <a:rPr lang="en-US" sz="3600">
                <a:solidFill>
                  <a:srgbClr val="FFFFFF"/>
                </a:solidFill>
              </a:rPr>
              <a:t>Intrusion prevention systems (IPS)</a:t>
            </a:r>
          </a:p>
        </p:txBody>
      </p:sp>
    </p:spTree>
    <p:extLst>
      <p:ext uri="{BB962C8B-B14F-4D97-AF65-F5344CB8AC3E}">
        <p14:creationId xmlns:p14="http://schemas.microsoft.com/office/powerpoint/2010/main" val="40857002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C2392-5252-38C9-F3A2-7706F50955A9}"/>
              </a:ext>
            </a:extLst>
          </p:cNvPr>
          <p:cNvSpPr>
            <a:spLocks noGrp="1"/>
          </p:cNvSpPr>
          <p:nvPr>
            <p:ph type="title"/>
          </p:nvPr>
        </p:nvSpPr>
        <p:spPr/>
        <p:txBody>
          <a:bodyPr/>
          <a:lstStyle/>
          <a:p>
            <a:r>
              <a:rPr lang="en-US" dirty="0"/>
              <a:t>Honeypot attack detection </a:t>
            </a:r>
            <a:endParaRPr lang="en-GB" dirty="0"/>
          </a:p>
        </p:txBody>
      </p:sp>
      <p:sp>
        <p:nvSpPr>
          <p:cNvPr id="3" name="Content Placeholder 2">
            <a:extLst>
              <a:ext uri="{FF2B5EF4-FFF2-40B4-BE49-F238E27FC236}">
                <a16:creationId xmlns:a16="http://schemas.microsoft.com/office/drawing/2014/main" id="{37F0D801-191B-C2EC-34E1-9ADEC294FBC6}"/>
              </a:ext>
            </a:extLst>
          </p:cNvPr>
          <p:cNvSpPr>
            <a:spLocks noGrp="1"/>
          </p:cNvSpPr>
          <p:nvPr>
            <p:ph idx="1"/>
          </p:nvPr>
        </p:nvSpPr>
        <p:spPr/>
        <p:txBody>
          <a:bodyPr/>
          <a:lstStyle/>
          <a:p>
            <a:endParaRPr lang="en-GB" dirty="0"/>
          </a:p>
          <a:p>
            <a:endParaRPr lang="en-GB" dirty="0"/>
          </a:p>
        </p:txBody>
      </p:sp>
      <p:pic>
        <p:nvPicPr>
          <p:cNvPr id="4" name="Picture 3">
            <a:extLst>
              <a:ext uri="{FF2B5EF4-FFF2-40B4-BE49-F238E27FC236}">
                <a16:creationId xmlns:a16="http://schemas.microsoft.com/office/drawing/2014/main" id="{E65B7A05-FA18-34A8-4350-2C7A03398B7D}"/>
              </a:ext>
            </a:extLst>
          </p:cNvPr>
          <p:cNvPicPr>
            <a:picLocks noChangeAspect="1"/>
          </p:cNvPicPr>
          <p:nvPr/>
        </p:nvPicPr>
        <p:blipFill>
          <a:blip r:embed="rId2"/>
          <a:stretch>
            <a:fillRect/>
          </a:stretch>
        </p:blipFill>
        <p:spPr>
          <a:xfrm>
            <a:off x="5253448" y="1984385"/>
            <a:ext cx="6712845" cy="4682209"/>
          </a:xfrm>
          <a:prstGeom prst="rect">
            <a:avLst/>
          </a:prstGeom>
        </p:spPr>
      </p:pic>
      <p:sp>
        <p:nvSpPr>
          <p:cNvPr id="5" name="TextBox 4">
            <a:extLst>
              <a:ext uri="{FF2B5EF4-FFF2-40B4-BE49-F238E27FC236}">
                <a16:creationId xmlns:a16="http://schemas.microsoft.com/office/drawing/2014/main" id="{3FDF7BE1-E19F-0B55-F254-FB38545EBEC8}"/>
              </a:ext>
            </a:extLst>
          </p:cNvPr>
          <p:cNvSpPr txBox="1"/>
          <p:nvPr/>
        </p:nvSpPr>
        <p:spPr>
          <a:xfrm>
            <a:off x="1106392" y="3280983"/>
            <a:ext cx="3031958" cy="1477328"/>
          </a:xfrm>
          <a:prstGeom prst="rect">
            <a:avLst/>
          </a:prstGeom>
          <a:noFill/>
        </p:spPr>
        <p:txBody>
          <a:bodyPr wrap="square">
            <a:spAutoFit/>
          </a:bodyPr>
          <a:lstStyle/>
          <a:p>
            <a:endParaRPr lang="en-GB" dirty="0"/>
          </a:p>
          <a:p>
            <a:r>
              <a:rPr lang="en-GB" dirty="0"/>
              <a:t>As the image displays, attacks rose by more than 2 billion within two years from 2017 - 2019</a:t>
            </a:r>
          </a:p>
        </p:txBody>
      </p:sp>
    </p:spTree>
    <p:extLst>
      <p:ext uri="{BB962C8B-B14F-4D97-AF65-F5344CB8AC3E}">
        <p14:creationId xmlns:p14="http://schemas.microsoft.com/office/powerpoint/2010/main" val="3990776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D1841-CD04-E578-AB54-E02F8EFB1C9C}"/>
              </a:ext>
            </a:extLst>
          </p:cNvPr>
          <p:cNvSpPr>
            <a:spLocks noGrp="1"/>
          </p:cNvSpPr>
          <p:nvPr>
            <p:ph type="title"/>
          </p:nvPr>
        </p:nvSpPr>
        <p:spPr/>
        <p:txBody>
          <a:bodyPr/>
          <a:lstStyle/>
          <a:p>
            <a:r>
              <a:rPr lang="en-GB" sz="2800" b="1" dirty="0"/>
              <a:t>Security Policy Enforcement</a:t>
            </a:r>
            <a:br>
              <a:rPr lang="en-GB" sz="2800" b="1" dirty="0"/>
            </a:br>
            <a:endParaRPr lang="en-GB" dirty="0"/>
          </a:p>
        </p:txBody>
      </p:sp>
      <p:sp>
        <p:nvSpPr>
          <p:cNvPr id="3" name="Content Placeholder 2">
            <a:extLst>
              <a:ext uri="{FF2B5EF4-FFF2-40B4-BE49-F238E27FC236}">
                <a16:creationId xmlns:a16="http://schemas.microsoft.com/office/drawing/2014/main" id="{81A451CD-D436-4C08-DF5C-8B6F4E61C0C1}"/>
              </a:ext>
            </a:extLst>
          </p:cNvPr>
          <p:cNvSpPr>
            <a:spLocks noGrp="1"/>
          </p:cNvSpPr>
          <p:nvPr>
            <p:ph idx="1"/>
          </p:nvPr>
        </p:nvSpPr>
        <p:spPr/>
        <p:txBody>
          <a:bodyPr>
            <a:normAutofit lnSpcReduction="10000"/>
          </a:bodyPr>
          <a:lstStyle/>
          <a:p>
            <a:r>
              <a:rPr lang="en-GB" dirty="0"/>
              <a:t>Your IPS has the capability to enforce your security policy because your IPS has the capability to modify and drop traffic entering your network. </a:t>
            </a:r>
          </a:p>
          <a:p>
            <a:endParaRPr lang="en-GB" dirty="0"/>
          </a:p>
          <a:p>
            <a:r>
              <a:rPr lang="en-GB" dirty="0"/>
              <a:t>For example, many applications, such as peer-to-peer software, use a destination port of TCP port 80 because this traffic is usually allowed by most firewall policies. </a:t>
            </a:r>
          </a:p>
          <a:p>
            <a:endParaRPr lang="en-GB" dirty="0"/>
          </a:p>
          <a:p>
            <a:r>
              <a:rPr lang="en-GB" dirty="0"/>
              <a:t>The firewall might not be able to distinguish between HTTP traffic going to TCP port 80 and another program, such as uTorrent , using the same port. </a:t>
            </a:r>
          </a:p>
          <a:p>
            <a:endParaRPr lang="en-GB" dirty="0"/>
          </a:p>
          <a:p>
            <a:r>
              <a:rPr lang="en-GB" dirty="0"/>
              <a:t>With an IPS, you can monitor traffic to TCP port 80 and verify its compliance with RFC 2616, “Hypertext Transfer Protocol HTTP ” thus ensuring that your firewall is allowing only HTTP traffic through for TCP port 80.</a:t>
            </a:r>
          </a:p>
          <a:p>
            <a:endParaRPr lang="en-GB" dirty="0"/>
          </a:p>
        </p:txBody>
      </p:sp>
      <p:sp>
        <p:nvSpPr>
          <p:cNvPr id="5" name="TextBox 4">
            <a:extLst>
              <a:ext uri="{FF2B5EF4-FFF2-40B4-BE49-F238E27FC236}">
                <a16:creationId xmlns:a16="http://schemas.microsoft.com/office/drawing/2014/main" id="{089B1DBC-1A7B-3B8E-690E-3984E1147836}"/>
              </a:ext>
            </a:extLst>
          </p:cNvPr>
          <p:cNvSpPr txBox="1"/>
          <p:nvPr/>
        </p:nvSpPr>
        <p:spPr>
          <a:xfrm>
            <a:off x="581192" y="5657671"/>
            <a:ext cx="11289966" cy="646331"/>
          </a:xfrm>
          <a:prstGeom prst="rect">
            <a:avLst/>
          </a:prstGeom>
          <a:noFill/>
        </p:spPr>
        <p:txBody>
          <a:bodyPr wrap="square">
            <a:spAutoFit/>
          </a:bodyPr>
          <a:lstStyle/>
          <a:p>
            <a:r>
              <a:rPr lang="en-GB" sz="1800" i="1" dirty="0"/>
              <a:t>A Request for Comments (RFC) is a publication from the Internet Society (ISOC) and its associated bodies, most prominently the Internet Engineering Task Force (IETF), the principal technical development and standards-setting bodies for the Internet.</a:t>
            </a:r>
          </a:p>
        </p:txBody>
      </p:sp>
    </p:spTree>
    <p:extLst>
      <p:ext uri="{BB962C8B-B14F-4D97-AF65-F5344CB8AC3E}">
        <p14:creationId xmlns:p14="http://schemas.microsoft.com/office/powerpoint/2010/main" val="18752227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EF4E-DFAB-A172-79DE-1287634C677B}"/>
              </a:ext>
            </a:extLst>
          </p:cNvPr>
          <p:cNvSpPr>
            <a:spLocks noGrp="1"/>
          </p:cNvSpPr>
          <p:nvPr>
            <p:ph type="title"/>
          </p:nvPr>
        </p:nvSpPr>
        <p:spPr/>
        <p:txBody>
          <a:bodyPr/>
          <a:lstStyle/>
          <a:p>
            <a:r>
              <a:rPr lang="en-US" dirty="0"/>
              <a:t>Intrusion prevention systems</a:t>
            </a:r>
            <a:endParaRPr lang="en-GB" dirty="0"/>
          </a:p>
        </p:txBody>
      </p:sp>
      <p:graphicFrame>
        <p:nvGraphicFramePr>
          <p:cNvPr id="5" name="Content Placeholder 2">
            <a:extLst>
              <a:ext uri="{FF2B5EF4-FFF2-40B4-BE49-F238E27FC236}">
                <a16:creationId xmlns:a16="http://schemas.microsoft.com/office/drawing/2014/main" id="{ACB79311-DD27-2EAE-D4E5-8AE4C7810B79}"/>
              </a:ext>
            </a:extLst>
          </p:cNvPr>
          <p:cNvGraphicFramePr>
            <a:graphicFrameLocks noGrp="1"/>
          </p:cNvGraphicFramePr>
          <p:nvPr>
            <p:ph idx="1"/>
            <p:extLst>
              <p:ext uri="{D42A27DB-BD31-4B8C-83A1-F6EECF244321}">
                <p14:modId xmlns:p14="http://schemas.microsoft.com/office/powerpoint/2010/main" val="1784334524"/>
              </p:ext>
            </p:extLst>
          </p:nvPr>
        </p:nvGraphicFramePr>
        <p:xfrm>
          <a:off x="581192" y="2180496"/>
          <a:ext cx="11029615" cy="43954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82599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E15E636-2C9E-42CB-B482-436AA81BF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A 3D pattern of ring shapes connected by lines">
            <a:extLst>
              <a:ext uri="{FF2B5EF4-FFF2-40B4-BE49-F238E27FC236}">
                <a16:creationId xmlns:a16="http://schemas.microsoft.com/office/drawing/2014/main" id="{9B012B6E-C695-20E8-005D-09D76ABFE64F}"/>
              </a:ext>
            </a:extLst>
          </p:cNvPr>
          <p:cNvPicPr>
            <a:picLocks noChangeAspect="1"/>
          </p:cNvPicPr>
          <p:nvPr/>
        </p:nvPicPr>
        <p:blipFill>
          <a:blip r:embed="rId2"/>
          <a:srcRect/>
          <a:stretch/>
        </p:blipFill>
        <p:spPr>
          <a:xfrm>
            <a:off x="20" y="10"/>
            <a:ext cx="12191980" cy="6857990"/>
          </a:xfrm>
          <a:prstGeom prst="rect">
            <a:avLst/>
          </a:prstGeom>
        </p:spPr>
      </p:pic>
      <p:grpSp>
        <p:nvGrpSpPr>
          <p:cNvPr id="20" name="Group 19">
            <a:extLst>
              <a:ext uri="{FF2B5EF4-FFF2-40B4-BE49-F238E27FC236}">
                <a16:creationId xmlns:a16="http://schemas.microsoft.com/office/drawing/2014/main" id="{01D4AEDF-0CF9-4271-ABB7-3D3489BB42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8" y="457200"/>
            <a:ext cx="3703320" cy="5935132"/>
            <a:chOff x="438068" y="457200"/>
            <a:chExt cx="3703320" cy="5935132"/>
          </a:xfrm>
        </p:grpSpPr>
        <p:sp>
          <p:nvSpPr>
            <p:cNvPr id="12" name="Rectangle 11">
              <a:extLst>
                <a:ext uri="{FF2B5EF4-FFF2-40B4-BE49-F238E27FC236}">
                  <a16:creationId xmlns:a16="http://schemas.microsoft.com/office/drawing/2014/main" id="{55CA534D-375A-405E-B686-06B63E6630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618067"/>
              <a:ext cx="3702134" cy="5774265"/>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1" name="Rectangle 20">
              <a:extLst>
                <a:ext uri="{FF2B5EF4-FFF2-40B4-BE49-F238E27FC236}">
                  <a16:creationId xmlns:a16="http://schemas.microsoft.com/office/drawing/2014/main" id="{AA2342F7-EF54-4210-9029-E977C9D576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1">
            <a:extLst>
              <a:ext uri="{FF2B5EF4-FFF2-40B4-BE49-F238E27FC236}">
                <a16:creationId xmlns:a16="http://schemas.microsoft.com/office/drawing/2014/main" id="{C687BD69-E49D-458F-6781-8BE2FE9E9F9A}"/>
              </a:ext>
            </a:extLst>
          </p:cNvPr>
          <p:cNvSpPr>
            <a:spLocks noGrp="1"/>
          </p:cNvSpPr>
          <p:nvPr>
            <p:ph type="title"/>
          </p:nvPr>
        </p:nvSpPr>
        <p:spPr>
          <a:xfrm>
            <a:off x="584200" y="1006956"/>
            <a:ext cx="3412067" cy="1372177"/>
          </a:xfrm>
        </p:spPr>
        <p:txBody>
          <a:bodyPr anchor="ctr">
            <a:normAutofit/>
          </a:bodyPr>
          <a:lstStyle/>
          <a:p>
            <a:r>
              <a:rPr lang="en-US" dirty="0"/>
              <a:t>Intrusion prevention systems (IPS)</a:t>
            </a:r>
            <a:endParaRPr lang="en-GB" dirty="0"/>
          </a:p>
        </p:txBody>
      </p:sp>
      <p:sp>
        <p:nvSpPr>
          <p:cNvPr id="3" name="Content Placeholder 2">
            <a:extLst>
              <a:ext uri="{FF2B5EF4-FFF2-40B4-BE49-F238E27FC236}">
                <a16:creationId xmlns:a16="http://schemas.microsoft.com/office/drawing/2014/main" id="{86EEFBF4-3756-87DC-D913-38F967769FBA}"/>
              </a:ext>
            </a:extLst>
          </p:cNvPr>
          <p:cNvSpPr>
            <a:spLocks noGrp="1"/>
          </p:cNvSpPr>
          <p:nvPr>
            <p:ph idx="1"/>
          </p:nvPr>
        </p:nvSpPr>
        <p:spPr>
          <a:xfrm>
            <a:off x="584200" y="2696634"/>
            <a:ext cx="3415074" cy="3564467"/>
          </a:xfrm>
        </p:spPr>
        <p:txBody>
          <a:bodyPr>
            <a:normAutofit/>
          </a:bodyPr>
          <a:lstStyle/>
          <a:p>
            <a:pPr>
              <a:lnSpc>
                <a:spcPct val="90000"/>
              </a:lnSpc>
            </a:pPr>
            <a:r>
              <a:rPr lang="en-GB" sz="1600" dirty="0">
                <a:solidFill>
                  <a:schemeClr val="bg1"/>
                </a:solidFill>
              </a:rPr>
              <a:t>Network Intrusion Prevention is not without its limitations, such as monitoring traffic concerning all the hosts on a single subnet. </a:t>
            </a:r>
          </a:p>
          <a:p>
            <a:pPr>
              <a:lnSpc>
                <a:spcPct val="90000"/>
              </a:lnSpc>
            </a:pPr>
            <a:endParaRPr lang="en-GB" sz="1600" dirty="0">
              <a:solidFill>
                <a:schemeClr val="bg1"/>
              </a:solidFill>
            </a:endParaRPr>
          </a:p>
          <a:p>
            <a:pPr>
              <a:lnSpc>
                <a:spcPct val="90000"/>
              </a:lnSpc>
            </a:pPr>
            <a:r>
              <a:rPr lang="en-GB" sz="1600" dirty="0">
                <a:solidFill>
                  <a:schemeClr val="bg1"/>
                </a:solidFill>
              </a:rPr>
              <a:t>These limitations, nonetheless, usually can be mitigated by integrating Intrusion Detection and host-based examination in addition to purely using Network Intrusion Prevention. A hybrid IPS provides you with the ability to perform IPS and IDS functionality using the same sensor.</a:t>
            </a:r>
          </a:p>
          <a:p>
            <a:pPr>
              <a:lnSpc>
                <a:spcPct val="90000"/>
              </a:lnSpc>
            </a:pPr>
            <a:endParaRPr lang="en-GB" sz="900" dirty="0">
              <a:solidFill>
                <a:schemeClr val="bg1"/>
              </a:solidFill>
            </a:endParaRPr>
          </a:p>
          <a:p>
            <a:pPr>
              <a:lnSpc>
                <a:spcPct val="90000"/>
              </a:lnSpc>
            </a:pPr>
            <a:endParaRPr lang="en-GB" sz="900" dirty="0">
              <a:solidFill>
                <a:schemeClr val="bg1"/>
              </a:solidFill>
            </a:endParaRPr>
          </a:p>
        </p:txBody>
      </p:sp>
      <p:sp>
        <p:nvSpPr>
          <p:cNvPr id="6" name="TextBox 5">
            <a:extLst>
              <a:ext uri="{FF2B5EF4-FFF2-40B4-BE49-F238E27FC236}">
                <a16:creationId xmlns:a16="http://schemas.microsoft.com/office/drawing/2014/main" id="{DD1894FA-5B21-B946-09B7-1D00064F37C5}"/>
              </a:ext>
            </a:extLst>
          </p:cNvPr>
          <p:cNvSpPr txBox="1"/>
          <p:nvPr/>
        </p:nvSpPr>
        <p:spPr>
          <a:xfrm>
            <a:off x="5902745" y="4478867"/>
            <a:ext cx="6172200" cy="1837426"/>
          </a:xfrm>
          <a:prstGeom prst="rect">
            <a:avLst/>
          </a:prstGeom>
          <a:noFill/>
        </p:spPr>
        <p:txBody>
          <a:bodyPr wrap="square">
            <a:spAutoFit/>
          </a:bodyPr>
          <a:lstStyle/>
          <a:p>
            <a:pPr>
              <a:lnSpc>
                <a:spcPct val="90000"/>
              </a:lnSpc>
            </a:pPr>
            <a:r>
              <a:rPr lang="en-GB" sz="1800" dirty="0"/>
              <a:t>Some of the abilities shared equally with IPS and IDS structures include the undermentioned:</a:t>
            </a:r>
          </a:p>
          <a:p>
            <a:pPr>
              <a:lnSpc>
                <a:spcPct val="90000"/>
              </a:lnSpc>
            </a:pPr>
            <a:endParaRPr lang="en-GB" sz="1800" dirty="0"/>
          </a:p>
          <a:p>
            <a:pPr marL="342900" indent="-342900">
              <a:lnSpc>
                <a:spcPct val="90000"/>
              </a:lnSpc>
              <a:buFont typeface="Arial" panose="020B0604020202020204" pitchFamily="34" charset="0"/>
              <a:buChar char="•"/>
            </a:pPr>
            <a:r>
              <a:rPr lang="en-GB" sz="1800" dirty="0"/>
              <a:t>Generating alerts</a:t>
            </a:r>
          </a:p>
          <a:p>
            <a:pPr marL="342900" indent="-342900">
              <a:lnSpc>
                <a:spcPct val="90000"/>
              </a:lnSpc>
              <a:buFont typeface="Arial" panose="020B0604020202020204" pitchFamily="34" charset="0"/>
              <a:buChar char="•"/>
            </a:pPr>
            <a:r>
              <a:rPr lang="en-GB" sz="1800" dirty="0"/>
              <a:t>Initiating IP logging</a:t>
            </a:r>
          </a:p>
          <a:p>
            <a:pPr marL="342900" indent="-342900">
              <a:lnSpc>
                <a:spcPct val="90000"/>
              </a:lnSpc>
              <a:buFont typeface="Arial" panose="020B0604020202020204" pitchFamily="34" charset="0"/>
              <a:buChar char="•"/>
            </a:pPr>
            <a:r>
              <a:rPr lang="en-GB" sz="1800" dirty="0"/>
              <a:t>Resetting TCP connections</a:t>
            </a:r>
          </a:p>
          <a:p>
            <a:pPr marL="342900" indent="-342900">
              <a:lnSpc>
                <a:spcPct val="90000"/>
              </a:lnSpc>
              <a:buFont typeface="Arial" panose="020B0604020202020204" pitchFamily="34" charset="0"/>
              <a:buChar char="•"/>
            </a:pPr>
            <a:r>
              <a:rPr lang="en-GB" sz="1800" dirty="0"/>
              <a:t>Initiating IP blocking</a:t>
            </a:r>
          </a:p>
        </p:txBody>
      </p:sp>
    </p:spTree>
    <p:extLst>
      <p:ext uri="{BB962C8B-B14F-4D97-AF65-F5344CB8AC3E}">
        <p14:creationId xmlns:p14="http://schemas.microsoft.com/office/powerpoint/2010/main" val="29676760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45C64-56D0-1E00-289D-C0A28DD5091B}"/>
              </a:ext>
            </a:extLst>
          </p:cNvPr>
          <p:cNvSpPr>
            <a:spLocks noGrp="1"/>
          </p:cNvSpPr>
          <p:nvPr>
            <p:ph type="title"/>
          </p:nvPr>
        </p:nvSpPr>
        <p:spPr>
          <a:xfrm>
            <a:off x="581192" y="702156"/>
            <a:ext cx="11029616" cy="1013800"/>
          </a:xfrm>
        </p:spPr>
        <p:txBody>
          <a:bodyPr>
            <a:normAutofit/>
          </a:bodyPr>
          <a:lstStyle/>
          <a:p>
            <a:r>
              <a:rPr lang="en-US" dirty="0"/>
              <a:t>Intrusion Prevention Systems (IPS)</a:t>
            </a:r>
            <a:endParaRPr lang="en-GB" dirty="0"/>
          </a:p>
        </p:txBody>
      </p:sp>
      <p:sp>
        <p:nvSpPr>
          <p:cNvPr id="11" name="Rectangle 10">
            <a:extLst>
              <a:ext uri="{FF2B5EF4-FFF2-40B4-BE49-F238E27FC236}">
                <a16:creationId xmlns:a16="http://schemas.microsoft.com/office/drawing/2014/main" id="{3FE9758B-E361-4084-8D9F-729FA6C4A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2180496"/>
            <a:ext cx="5404639" cy="4045683"/>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F2979A27-F77F-DDE8-4F99-6973C85F5C5E}"/>
              </a:ext>
            </a:extLst>
          </p:cNvPr>
          <p:cNvPicPr>
            <a:picLocks noChangeAspect="1"/>
          </p:cNvPicPr>
          <p:nvPr/>
        </p:nvPicPr>
        <p:blipFill>
          <a:blip r:embed="rId3"/>
          <a:stretch>
            <a:fillRect/>
          </a:stretch>
        </p:blipFill>
        <p:spPr>
          <a:xfrm>
            <a:off x="784152" y="2361056"/>
            <a:ext cx="4708670" cy="3649219"/>
          </a:xfrm>
          <a:prstGeom prst="rect">
            <a:avLst/>
          </a:prstGeom>
        </p:spPr>
      </p:pic>
      <p:sp>
        <p:nvSpPr>
          <p:cNvPr id="10" name="Content Placeholder 2">
            <a:extLst>
              <a:ext uri="{FF2B5EF4-FFF2-40B4-BE49-F238E27FC236}">
                <a16:creationId xmlns:a16="http://schemas.microsoft.com/office/drawing/2014/main" id="{FA6073EE-7FCB-C301-34A9-F27898FC3F3B}"/>
              </a:ext>
            </a:extLst>
          </p:cNvPr>
          <p:cNvSpPr>
            <a:spLocks noGrp="1"/>
          </p:cNvSpPr>
          <p:nvPr>
            <p:ph idx="1"/>
          </p:nvPr>
        </p:nvSpPr>
        <p:spPr>
          <a:xfrm>
            <a:off x="6335805" y="2180496"/>
            <a:ext cx="5275001" cy="4045683"/>
          </a:xfrm>
        </p:spPr>
        <p:txBody>
          <a:bodyPr>
            <a:normAutofit/>
          </a:bodyPr>
          <a:lstStyle/>
          <a:p>
            <a:r>
              <a:rPr lang="en-GB"/>
              <a:t>The ability to monitor when your network is under attack. Your IDS or IPS should be able o generate alerts to indicate that an attack has been launched against your network even if the intrusion software not permitted that attack from succeeding. </a:t>
            </a:r>
          </a:p>
          <a:p>
            <a:endParaRPr lang="en-GB"/>
          </a:p>
          <a:p>
            <a:r>
              <a:rPr lang="en-GB"/>
              <a:t>These alerts enable you to compare activity on your network between security devices such as IPS and IDS sensors, as well as other infrastructure equipment.</a:t>
            </a:r>
          </a:p>
          <a:p>
            <a:endParaRPr lang="en-GB"/>
          </a:p>
        </p:txBody>
      </p:sp>
    </p:spTree>
    <p:extLst>
      <p:ext uri="{BB962C8B-B14F-4D97-AF65-F5344CB8AC3E}">
        <p14:creationId xmlns:p14="http://schemas.microsoft.com/office/powerpoint/2010/main" val="3917191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pic>
        <p:nvPicPr>
          <p:cNvPr id="5" name="Picture 4" descr="Digital Number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8296275" y="1419226"/>
            <a:ext cx="3081576" cy="1746762"/>
          </a:xfrm>
        </p:spPr>
        <p:txBody>
          <a:bodyPr rtlCol="0">
            <a:normAutofit/>
          </a:bodyPr>
          <a:lstStyle/>
          <a:p>
            <a:pPr rtl="0"/>
            <a:r>
              <a:rPr lang="en-GB">
                <a:solidFill>
                  <a:srgbClr val="FFFFFF"/>
                </a:solidFill>
              </a:rPr>
              <a:t>Thank you</a:t>
            </a:r>
          </a:p>
        </p:txBody>
      </p:sp>
      <p:sp>
        <p:nvSpPr>
          <p:cNvPr id="3" name="Subtitle 2">
            <a:extLst>
              <a:ext uri="{FF2B5EF4-FFF2-40B4-BE49-F238E27FC236}">
                <a16:creationId xmlns:a16="http://schemas.microsoft.com/office/drawing/2014/main" id="{A9CB511D-EA45-4336-847C-1252667143B5}"/>
              </a:ext>
            </a:extLst>
          </p:cNvPr>
          <p:cNvSpPr>
            <a:spLocks noGrp="1"/>
          </p:cNvSpPr>
          <p:nvPr>
            <p:ph type="subTitle" idx="1"/>
          </p:nvPr>
        </p:nvSpPr>
        <p:spPr>
          <a:xfrm>
            <a:off x="8296275" y="3505095"/>
            <a:ext cx="3081576" cy="2629006"/>
          </a:xfrm>
        </p:spPr>
        <p:txBody>
          <a:bodyPr rtlCol="0">
            <a:normAutofit/>
          </a:bodyPr>
          <a:lstStyle/>
          <a:p>
            <a:pPr rtl="0"/>
            <a:r>
              <a:rPr lang="en-GB">
                <a:solidFill>
                  <a:schemeClr val="bg2"/>
                </a:solidFill>
              </a:rPr>
              <a:t>someone@example.com</a:t>
            </a:r>
          </a:p>
          <a:p>
            <a:pPr rtl="0"/>
            <a:endParaRPr lang="en-GB">
              <a:solidFill>
                <a:schemeClr val="bg2"/>
              </a:solidFill>
            </a:endParaRPr>
          </a:p>
          <a:p>
            <a:pPr rtl="0"/>
            <a:endParaRPr lang="en-GB">
              <a:solidFill>
                <a:schemeClr val="bg2"/>
              </a:solidFill>
            </a:endParaRPr>
          </a:p>
        </p:txBody>
      </p:sp>
      <p:grpSp>
        <p:nvGrpSpPr>
          <p:cNvPr id="14" name="Group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1c2eb7a32e66fb6e4260f3771546a5e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04e1f6479c48b08974ba73b5ca973489"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1F69AFF4-BB30-4BA0-AD22-82CC3C43276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A0CF3B2-1F0F-4FC5-8002-3E4869ABAD55}">
  <ds:schemaRefs>
    <ds:schemaRef ds:uri="http://schemas.microsoft.com/sharepoint/v3/contenttype/forms"/>
  </ds:schemaRefs>
</ds:datastoreItem>
</file>

<file path=customXml/itemProps3.xml><?xml version="1.0" encoding="utf-8"?>
<ds:datastoreItem xmlns:ds="http://schemas.openxmlformats.org/officeDocument/2006/customXml" ds:itemID="{1EBC12AA-1C15-4500-BC9C-8EE83A441DE9}">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Tech Dividend design</Template>
  <TotalTime>47</TotalTime>
  <Words>1279</Words>
  <Application>Microsoft Office PowerPoint</Application>
  <PresentationFormat>Widescreen</PresentationFormat>
  <Paragraphs>77</Paragraphs>
  <Slides>16</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CiscoSansLight</vt:lpstr>
      <vt:lpstr>Gill Sans MT</vt:lpstr>
      <vt:lpstr>Wingdings 2</vt:lpstr>
      <vt:lpstr>Dividend</vt:lpstr>
      <vt:lpstr>Intrusion prevention systems </vt:lpstr>
      <vt:lpstr>Signature Alarms </vt:lpstr>
      <vt:lpstr>False Positives</vt:lpstr>
      <vt:lpstr>False negative</vt:lpstr>
      <vt:lpstr>True positive</vt:lpstr>
      <vt:lpstr>true negative</vt:lpstr>
      <vt:lpstr>Misconfiguration Attacks </vt:lpstr>
      <vt:lpstr>Fuzzy Logic Probability calculation IPS </vt:lpstr>
      <vt:lpstr>Intrusion Prevention Systems Utilising A.I Machine Learning </vt:lpstr>
      <vt:lpstr>Intrusion prevention systems (IPS)</vt:lpstr>
      <vt:lpstr>Honeypot attack detection </vt:lpstr>
      <vt:lpstr>Security Policy Enforcement </vt:lpstr>
      <vt:lpstr>Intrusion prevention systems</vt:lpstr>
      <vt:lpstr>Intrusion prevention systems (IPS)</vt:lpstr>
      <vt:lpstr>Intrusion Prevention Systems (IPS)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Emma Allardice</dc:creator>
  <cp:lastModifiedBy>Emma Allardice</cp:lastModifiedBy>
  <cp:revision>3</cp:revision>
  <dcterms:created xsi:type="dcterms:W3CDTF">2024-09-01T16:29:06Z</dcterms:created>
  <dcterms:modified xsi:type="dcterms:W3CDTF">2024-09-01T17:16:59Z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