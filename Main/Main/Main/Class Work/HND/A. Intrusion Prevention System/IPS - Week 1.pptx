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2" r:id="rId1"/>
  </p:sldMasterIdLst>
  <p:notesMasterIdLst>
    <p:notesMasterId r:id="rId28"/>
  </p:notesMasterIdLst>
  <p:handoutMasterIdLst>
    <p:handoutMasterId r:id="rId29"/>
  </p:handoutMasterIdLst>
  <p:sldIdLst>
    <p:sldId id="256" r:id="rId2"/>
    <p:sldId id="261" r:id="rId3"/>
    <p:sldId id="262" r:id="rId4"/>
    <p:sldId id="258" r:id="rId5"/>
    <p:sldId id="263" r:id="rId6"/>
    <p:sldId id="264" r:id="rId7"/>
    <p:sldId id="265" r:id="rId8"/>
    <p:sldId id="269" r:id="rId9"/>
    <p:sldId id="270" r:id="rId10"/>
    <p:sldId id="271" r:id="rId11"/>
    <p:sldId id="266" r:id="rId12"/>
    <p:sldId id="267" r:id="rId13"/>
    <p:sldId id="268" r:id="rId14"/>
    <p:sldId id="272" r:id="rId15"/>
    <p:sldId id="273" r:id="rId16"/>
    <p:sldId id="274" r:id="rId17"/>
    <p:sldId id="275" r:id="rId18"/>
    <p:sldId id="276" r:id="rId19"/>
    <p:sldId id="277" r:id="rId20"/>
    <p:sldId id="278" r:id="rId21"/>
    <p:sldId id="279" r:id="rId22"/>
    <p:sldId id="286" r:id="rId23"/>
    <p:sldId id="282" r:id="rId24"/>
    <p:sldId id="283" r:id="rId25"/>
    <p:sldId id="284" r:id="rId26"/>
    <p:sldId id="26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p:scale>
          <a:sx n="91" d="100"/>
          <a:sy n="91" d="100"/>
        </p:scale>
        <p:origin x="370" y="5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ata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ata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C16A6-8C48-4165-8DAF-8C957C12A8FA}" type="doc">
      <dgm:prSet loTypeId="urn:microsoft.com/office/officeart/2005/8/layout/hierarchy1" loCatId="hierarchy" qsTypeId="urn:microsoft.com/office/officeart/2005/8/quickstyle/simple1" qsCatId="simple" csTypeId="urn:microsoft.com/office/officeart/2005/8/colors/accent1_2" csCatId="accent1" phldr="1"/>
      <dgm:spPr/>
    </dgm:pt>
    <dgm:pt modelId="{701D68F5-42F8-47BC-8FED-84C50F595DF0}">
      <dgm:prSet phldrT="[Text]"/>
      <dgm:spPr/>
      <dgm:t>
        <a:bodyPr rtlCol="0"/>
        <a:lstStyle/>
        <a:p>
          <a:r>
            <a:rPr lang="en-US" noProof="0" dirty="0"/>
            <a:t>Describe Intrusion Prevention Systems </a:t>
          </a:r>
          <a:endParaRPr lang="en-GB" noProof="0" dirty="0"/>
        </a:p>
      </dgm:t>
    </dgm:pt>
    <dgm:pt modelId="{9617668C-C38C-4017-8DDF-37855B15D110}" type="parTrans" cxnId="{C4BA385D-31ED-40EF-A5D6-98DFBA64E71A}">
      <dgm:prSet/>
      <dgm:spPr/>
      <dgm:t>
        <a:bodyPr rtlCol="0"/>
        <a:lstStyle/>
        <a:p>
          <a:pPr rtl="0"/>
          <a:endParaRPr lang="en-GB" noProof="0" dirty="0"/>
        </a:p>
      </dgm:t>
    </dgm:pt>
    <dgm:pt modelId="{0C95B389-AC0C-4055-9AA3-38815EFC8B0A}" type="sibTrans" cxnId="{C4BA385D-31ED-40EF-A5D6-98DFBA64E71A}">
      <dgm:prSet/>
      <dgm:spPr/>
      <dgm:t>
        <a:bodyPr rtlCol="0"/>
        <a:lstStyle/>
        <a:p>
          <a:pPr rtl="0"/>
          <a:endParaRPr lang="en-GB" noProof="0" dirty="0"/>
        </a:p>
      </dgm:t>
    </dgm:pt>
    <dgm:pt modelId="{91A66877-AC1C-46D9-BF2C-6024B638DEA9}">
      <dgm:prSet phldrT="[Text]"/>
      <dgm:spPr/>
      <dgm:t>
        <a:bodyPr rtlCol="0"/>
        <a:lstStyle/>
        <a:p>
          <a:r>
            <a:rPr lang="en-US" noProof="0" dirty="0"/>
            <a:t>Describe types of Intrusion Prevention </a:t>
          </a:r>
          <a:endParaRPr lang="en-GB" noProof="0" dirty="0"/>
        </a:p>
      </dgm:t>
    </dgm:pt>
    <dgm:pt modelId="{913FED05-DF41-48A7-B1F8-81937A468EF9}" type="parTrans" cxnId="{7F0DAB6F-9257-4F2D-B31A-3418F73F6952}">
      <dgm:prSet/>
      <dgm:spPr/>
      <dgm:t>
        <a:bodyPr rtlCol="0"/>
        <a:lstStyle/>
        <a:p>
          <a:pPr rtl="0"/>
          <a:endParaRPr lang="en-GB" noProof="0" dirty="0"/>
        </a:p>
      </dgm:t>
    </dgm:pt>
    <dgm:pt modelId="{BFCE4A28-C381-46FF-935A-B11534EF7D87}" type="sibTrans" cxnId="{7F0DAB6F-9257-4F2D-B31A-3418F73F6952}">
      <dgm:prSet/>
      <dgm:spPr/>
      <dgm:t>
        <a:bodyPr rtlCol="0"/>
        <a:lstStyle/>
        <a:p>
          <a:pPr rtl="0"/>
          <a:endParaRPr lang="en-GB" noProof="0" dirty="0"/>
        </a:p>
      </dgm:t>
    </dgm:pt>
    <dgm:pt modelId="{76CC3289-2662-43F0-A3C6-BA04A135F08C}">
      <dgm:prSet phldrT="[Text]"/>
      <dgm:spPr/>
      <dgm:t>
        <a:bodyPr rtlCol="0"/>
        <a:lstStyle/>
        <a:p>
          <a:r>
            <a:rPr lang="en-US" noProof="0" dirty="0"/>
            <a:t>Differentiate between various detection methods</a:t>
          </a:r>
          <a:endParaRPr lang="en-GB" noProof="0" dirty="0"/>
        </a:p>
      </dgm:t>
    </dgm:pt>
    <dgm:pt modelId="{D46DB4DA-1442-4ECE-89FE-BBB1E3489E3D}" type="parTrans" cxnId="{0400886E-8A1A-44C2-95A7-DB0EF4911494}">
      <dgm:prSet/>
      <dgm:spPr/>
      <dgm:t>
        <a:bodyPr rtlCol="0"/>
        <a:lstStyle/>
        <a:p>
          <a:pPr rtl="0"/>
          <a:endParaRPr lang="en-GB" noProof="0" dirty="0"/>
        </a:p>
      </dgm:t>
    </dgm:pt>
    <dgm:pt modelId="{FA28C9D6-476E-43CD-BA23-D6D990FD78D0}" type="sibTrans" cxnId="{0400886E-8A1A-44C2-95A7-DB0EF4911494}">
      <dgm:prSet/>
      <dgm:spPr/>
      <dgm:t>
        <a:bodyPr rtlCol="0"/>
        <a:lstStyle/>
        <a:p>
          <a:pPr rtl="0"/>
          <a:endParaRPr lang="en-GB" noProof="0" dirty="0"/>
        </a:p>
      </dgm:t>
    </dgm:pt>
    <dgm:pt modelId="{3EE19E88-4339-4227-93C9-10C33119B9C8}" type="pres">
      <dgm:prSet presAssocID="{7D9C16A6-8C48-4165-8DAF-8C957C12A8FA}" presName="hierChild1" presStyleCnt="0">
        <dgm:presLayoutVars>
          <dgm:chPref val="1"/>
          <dgm:dir/>
          <dgm:animOne val="branch"/>
          <dgm:animLvl val="lvl"/>
          <dgm:resizeHandles/>
        </dgm:presLayoutVars>
      </dgm:prSet>
      <dgm:spPr/>
    </dgm:pt>
    <dgm:pt modelId="{A4DC1AEB-5ED7-407A-9727-A52B00CE8E1A}" type="pres">
      <dgm:prSet presAssocID="{701D68F5-42F8-47BC-8FED-84C50F595DF0}" presName="hierRoot1" presStyleCnt="0"/>
      <dgm:spPr/>
    </dgm:pt>
    <dgm:pt modelId="{98B581CC-E1EB-4F29-8F2B-86F3634DA2DA}" type="pres">
      <dgm:prSet presAssocID="{701D68F5-42F8-47BC-8FED-84C50F595DF0}" presName="composite" presStyleCnt="0"/>
      <dgm:spPr/>
    </dgm:pt>
    <dgm:pt modelId="{FD5A8652-E8ED-4E85-925A-F67FA27D2E11}" type="pres">
      <dgm:prSet presAssocID="{701D68F5-42F8-47BC-8FED-84C50F595DF0}" presName="background" presStyleLbl="node0" presStyleIdx="0" presStyleCnt="3"/>
      <dgm:spPr/>
    </dgm:pt>
    <dgm:pt modelId="{8164CA8D-1EB7-45AD-8D95-B9125F77CDB9}" type="pres">
      <dgm:prSet presAssocID="{701D68F5-42F8-47BC-8FED-84C50F595DF0}" presName="text" presStyleLbl="fgAcc0" presStyleIdx="0" presStyleCnt="3">
        <dgm:presLayoutVars>
          <dgm:chPref val="3"/>
        </dgm:presLayoutVars>
      </dgm:prSet>
      <dgm:spPr/>
    </dgm:pt>
    <dgm:pt modelId="{F1C49F97-03F7-48CB-B876-B18EE04BE217}" type="pres">
      <dgm:prSet presAssocID="{701D68F5-42F8-47BC-8FED-84C50F595DF0}" presName="hierChild2" presStyleCnt="0"/>
      <dgm:spPr/>
    </dgm:pt>
    <dgm:pt modelId="{926F6E0B-3A14-4F60-B79B-070BE3650BDC}" type="pres">
      <dgm:prSet presAssocID="{91A66877-AC1C-46D9-BF2C-6024B638DEA9}" presName="hierRoot1" presStyleCnt="0"/>
      <dgm:spPr/>
    </dgm:pt>
    <dgm:pt modelId="{5DA532B9-62CA-4A6B-B6B6-A473AFC7F086}" type="pres">
      <dgm:prSet presAssocID="{91A66877-AC1C-46D9-BF2C-6024B638DEA9}" presName="composite" presStyleCnt="0"/>
      <dgm:spPr/>
    </dgm:pt>
    <dgm:pt modelId="{1AE82B08-2F80-4880-AE4D-1DD5D8228C8A}" type="pres">
      <dgm:prSet presAssocID="{91A66877-AC1C-46D9-BF2C-6024B638DEA9}" presName="background" presStyleLbl="node0" presStyleIdx="1" presStyleCnt="3"/>
      <dgm:spPr/>
    </dgm:pt>
    <dgm:pt modelId="{E132F19A-21B9-4F78-A47A-4E6B77F0AA46}" type="pres">
      <dgm:prSet presAssocID="{91A66877-AC1C-46D9-BF2C-6024B638DEA9}" presName="text" presStyleLbl="fgAcc0" presStyleIdx="1" presStyleCnt="3">
        <dgm:presLayoutVars>
          <dgm:chPref val="3"/>
        </dgm:presLayoutVars>
      </dgm:prSet>
      <dgm:spPr/>
    </dgm:pt>
    <dgm:pt modelId="{94D7FE85-8D34-4E29-B48E-C3B296947398}" type="pres">
      <dgm:prSet presAssocID="{91A66877-AC1C-46D9-BF2C-6024B638DEA9}" presName="hierChild2" presStyleCnt="0"/>
      <dgm:spPr/>
    </dgm:pt>
    <dgm:pt modelId="{BD1EA125-2AF7-49A0-9921-C9A6EFD61617}" type="pres">
      <dgm:prSet presAssocID="{76CC3289-2662-43F0-A3C6-BA04A135F08C}" presName="hierRoot1" presStyleCnt="0"/>
      <dgm:spPr/>
    </dgm:pt>
    <dgm:pt modelId="{221011F4-8579-4704-8703-EAD0E334AC56}" type="pres">
      <dgm:prSet presAssocID="{76CC3289-2662-43F0-A3C6-BA04A135F08C}" presName="composite" presStyleCnt="0"/>
      <dgm:spPr/>
    </dgm:pt>
    <dgm:pt modelId="{D33A4B67-EB87-463D-BF1B-31CB8C3AE5F7}" type="pres">
      <dgm:prSet presAssocID="{76CC3289-2662-43F0-A3C6-BA04A135F08C}" presName="background" presStyleLbl="node0" presStyleIdx="2" presStyleCnt="3"/>
      <dgm:spPr/>
    </dgm:pt>
    <dgm:pt modelId="{470E360F-1AB7-4465-8AE2-3640603904BF}" type="pres">
      <dgm:prSet presAssocID="{76CC3289-2662-43F0-A3C6-BA04A135F08C}" presName="text" presStyleLbl="fgAcc0" presStyleIdx="2" presStyleCnt="3">
        <dgm:presLayoutVars>
          <dgm:chPref val="3"/>
        </dgm:presLayoutVars>
      </dgm:prSet>
      <dgm:spPr/>
    </dgm:pt>
    <dgm:pt modelId="{50F4B260-9A00-40F6-81E0-EB5521901E53}" type="pres">
      <dgm:prSet presAssocID="{76CC3289-2662-43F0-A3C6-BA04A135F08C}" presName="hierChild2" presStyleCnt="0"/>
      <dgm:spPr/>
    </dgm:pt>
  </dgm:ptLst>
  <dgm:cxnLst>
    <dgm:cxn modelId="{C4BA385D-31ED-40EF-A5D6-98DFBA64E71A}" srcId="{7D9C16A6-8C48-4165-8DAF-8C957C12A8FA}" destId="{701D68F5-42F8-47BC-8FED-84C50F595DF0}" srcOrd="0" destOrd="0" parTransId="{9617668C-C38C-4017-8DDF-37855B15D110}" sibTransId="{0C95B389-AC0C-4055-9AA3-38815EFC8B0A}"/>
    <dgm:cxn modelId="{916E675E-97C2-4EF4-8BF3-2B54D0FB0177}" type="presOf" srcId="{76CC3289-2662-43F0-A3C6-BA04A135F08C}" destId="{470E360F-1AB7-4465-8AE2-3640603904BF}" srcOrd="0" destOrd="0" presId="urn:microsoft.com/office/officeart/2005/8/layout/hierarchy1"/>
    <dgm:cxn modelId="{B7B73360-1F62-4C4D-A0CF-B4FC0190F91C}" type="presOf" srcId="{91A66877-AC1C-46D9-BF2C-6024B638DEA9}" destId="{E132F19A-21B9-4F78-A47A-4E6B77F0AA46}" srcOrd="0" destOrd="0" presId="urn:microsoft.com/office/officeart/2005/8/layout/hierarchy1"/>
    <dgm:cxn modelId="{EBA47C4A-2592-4308-A232-129479FF29DB}" type="presOf" srcId="{7D9C16A6-8C48-4165-8DAF-8C957C12A8FA}" destId="{3EE19E88-4339-4227-93C9-10C33119B9C8}" srcOrd="0" destOrd="0" presId="urn:microsoft.com/office/officeart/2005/8/layout/hierarchy1"/>
    <dgm:cxn modelId="{0400886E-8A1A-44C2-95A7-DB0EF4911494}" srcId="{7D9C16A6-8C48-4165-8DAF-8C957C12A8FA}" destId="{76CC3289-2662-43F0-A3C6-BA04A135F08C}" srcOrd="2" destOrd="0" parTransId="{D46DB4DA-1442-4ECE-89FE-BBB1E3489E3D}" sibTransId="{FA28C9D6-476E-43CD-BA23-D6D990FD78D0}"/>
    <dgm:cxn modelId="{7F0DAB6F-9257-4F2D-B31A-3418F73F6952}" srcId="{7D9C16A6-8C48-4165-8DAF-8C957C12A8FA}" destId="{91A66877-AC1C-46D9-BF2C-6024B638DEA9}" srcOrd="1" destOrd="0" parTransId="{913FED05-DF41-48A7-B1F8-81937A468EF9}" sibTransId="{BFCE4A28-C381-46FF-935A-B11534EF7D87}"/>
    <dgm:cxn modelId="{FDD2EE90-F351-468F-8463-587BA312A4C8}" type="presOf" srcId="{701D68F5-42F8-47BC-8FED-84C50F595DF0}" destId="{8164CA8D-1EB7-45AD-8D95-B9125F77CDB9}" srcOrd="0" destOrd="0" presId="urn:microsoft.com/office/officeart/2005/8/layout/hierarchy1"/>
    <dgm:cxn modelId="{79264285-E894-4CC3-B8F7-F55C12AA5320}" type="presParOf" srcId="{3EE19E88-4339-4227-93C9-10C33119B9C8}" destId="{A4DC1AEB-5ED7-407A-9727-A52B00CE8E1A}" srcOrd="0" destOrd="0" presId="urn:microsoft.com/office/officeart/2005/8/layout/hierarchy1"/>
    <dgm:cxn modelId="{1481238E-4486-455D-8C15-537E08EB66BD}" type="presParOf" srcId="{A4DC1AEB-5ED7-407A-9727-A52B00CE8E1A}" destId="{98B581CC-E1EB-4F29-8F2B-86F3634DA2DA}" srcOrd="0" destOrd="0" presId="urn:microsoft.com/office/officeart/2005/8/layout/hierarchy1"/>
    <dgm:cxn modelId="{27737763-2AE5-4A4D-A374-AB2CC2AEE11E}" type="presParOf" srcId="{98B581CC-E1EB-4F29-8F2B-86F3634DA2DA}" destId="{FD5A8652-E8ED-4E85-925A-F67FA27D2E11}" srcOrd="0" destOrd="0" presId="urn:microsoft.com/office/officeart/2005/8/layout/hierarchy1"/>
    <dgm:cxn modelId="{9C654EE4-48CA-41BB-B5D4-56BF1189C463}" type="presParOf" srcId="{98B581CC-E1EB-4F29-8F2B-86F3634DA2DA}" destId="{8164CA8D-1EB7-45AD-8D95-B9125F77CDB9}" srcOrd="1" destOrd="0" presId="urn:microsoft.com/office/officeart/2005/8/layout/hierarchy1"/>
    <dgm:cxn modelId="{6A6BFE7F-FFF9-4544-97BD-B5D0AE6F9219}" type="presParOf" srcId="{A4DC1AEB-5ED7-407A-9727-A52B00CE8E1A}" destId="{F1C49F97-03F7-48CB-B876-B18EE04BE217}" srcOrd="1" destOrd="0" presId="urn:microsoft.com/office/officeart/2005/8/layout/hierarchy1"/>
    <dgm:cxn modelId="{2EC749BF-9908-4B19-9307-B082148963BA}" type="presParOf" srcId="{3EE19E88-4339-4227-93C9-10C33119B9C8}" destId="{926F6E0B-3A14-4F60-B79B-070BE3650BDC}" srcOrd="1" destOrd="0" presId="urn:microsoft.com/office/officeart/2005/8/layout/hierarchy1"/>
    <dgm:cxn modelId="{694B7BC8-1DDC-494F-9905-5823769572CA}" type="presParOf" srcId="{926F6E0B-3A14-4F60-B79B-070BE3650BDC}" destId="{5DA532B9-62CA-4A6B-B6B6-A473AFC7F086}" srcOrd="0" destOrd="0" presId="urn:microsoft.com/office/officeart/2005/8/layout/hierarchy1"/>
    <dgm:cxn modelId="{FAEAFD8D-254A-48D4-9AF7-D1DB3F8C5E8E}" type="presParOf" srcId="{5DA532B9-62CA-4A6B-B6B6-A473AFC7F086}" destId="{1AE82B08-2F80-4880-AE4D-1DD5D8228C8A}" srcOrd="0" destOrd="0" presId="urn:microsoft.com/office/officeart/2005/8/layout/hierarchy1"/>
    <dgm:cxn modelId="{412AADEF-08D7-4BB6-AED1-0926853A1301}" type="presParOf" srcId="{5DA532B9-62CA-4A6B-B6B6-A473AFC7F086}" destId="{E132F19A-21B9-4F78-A47A-4E6B77F0AA46}" srcOrd="1" destOrd="0" presId="urn:microsoft.com/office/officeart/2005/8/layout/hierarchy1"/>
    <dgm:cxn modelId="{4F41CFE7-FC17-4E84-8EA8-FF8716E0A11B}" type="presParOf" srcId="{926F6E0B-3A14-4F60-B79B-070BE3650BDC}" destId="{94D7FE85-8D34-4E29-B48E-C3B296947398}" srcOrd="1" destOrd="0" presId="urn:microsoft.com/office/officeart/2005/8/layout/hierarchy1"/>
    <dgm:cxn modelId="{6AF699F4-8CE0-4635-8DAE-6F410DD7AD1B}" type="presParOf" srcId="{3EE19E88-4339-4227-93C9-10C33119B9C8}" destId="{BD1EA125-2AF7-49A0-9921-C9A6EFD61617}" srcOrd="2" destOrd="0" presId="urn:microsoft.com/office/officeart/2005/8/layout/hierarchy1"/>
    <dgm:cxn modelId="{9089CAEC-598F-49AF-8BDB-320B4377CBD6}" type="presParOf" srcId="{BD1EA125-2AF7-49A0-9921-C9A6EFD61617}" destId="{221011F4-8579-4704-8703-EAD0E334AC56}" srcOrd="0" destOrd="0" presId="urn:microsoft.com/office/officeart/2005/8/layout/hierarchy1"/>
    <dgm:cxn modelId="{E9960F74-CEAA-4CBE-9595-1D40D0BAF1CC}" type="presParOf" srcId="{221011F4-8579-4704-8703-EAD0E334AC56}" destId="{D33A4B67-EB87-463D-BF1B-31CB8C3AE5F7}" srcOrd="0" destOrd="0" presId="urn:microsoft.com/office/officeart/2005/8/layout/hierarchy1"/>
    <dgm:cxn modelId="{31F331E8-B22A-49DD-8A71-0AAB9251381B}" type="presParOf" srcId="{221011F4-8579-4704-8703-EAD0E334AC56}" destId="{470E360F-1AB7-4465-8AE2-3640603904BF}" srcOrd="1" destOrd="0" presId="urn:microsoft.com/office/officeart/2005/8/layout/hierarchy1"/>
    <dgm:cxn modelId="{303B3A5D-A1C5-4ED5-8789-D84FA4D9AC32}" type="presParOf" srcId="{BD1EA125-2AF7-49A0-9921-C9A6EFD61617}" destId="{50F4B260-9A00-40F6-81E0-EB5521901E5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D9C16A6-8C48-4165-8DAF-8C957C12A8FA}" type="doc">
      <dgm:prSet loTypeId="urn:microsoft.com/office/officeart/2005/8/layout/hierarchy1" loCatId="hierarchy" qsTypeId="urn:microsoft.com/office/officeart/2005/8/quickstyle/simple1" qsCatId="simple" csTypeId="urn:microsoft.com/office/officeart/2005/8/colors/accent1_2" csCatId="accent1" phldr="1"/>
      <dgm:spPr/>
    </dgm:pt>
    <dgm:pt modelId="{701D68F5-42F8-47BC-8FED-84C50F595DF0}">
      <dgm:prSet phldrT="[Text]"/>
      <dgm:spPr/>
      <dgm:t>
        <a:bodyPr rtlCol="0"/>
        <a:lstStyle/>
        <a:p>
          <a:r>
            <a:rPr lang="en-US" noProof="0" dirty="0"/>
            <a:t>Install an Intrusion Prevention System </a:t>
          </a:r>
          <a:endParaRPr lang="en-GB" noProof="0" dirty="0"/>
        </a:p>
      </dgm:t>
    </dgm:pt>
    <dgm:pt modelId="{9617668C-C38C-4017-8DDF-37855B15D110}" type="parTrans" cxnId="{C4BA385D-31ED-40EF-A5D6-98DFBA64E71A}">
      <dgm:prSet/>
      <dgm:spPr/>
      <dgm:t>
        <a:bodyPr rtlCol="0"/>
        <a:lstStyle/>
        <a:p>
          <a:pPr rtl="0"/>
          <a:endParaRPr lang="en-GB" noProof="0" dirty="0"/>
        </a:p>
      </dgm:t>
    </dgm:pt>
    <dgm:pt modelId="{0C95B389-AC0C-4055-9AA3-38815EFC8B0A}" type="sibTrans" cxnId="{C4BA385D-31ED-40EF-A5D6-98DFBA64E71A}">
      <dgm:prSet/>
      <dgm:spPr/>
      <dgm:t>
        <a:bodyPr rtlCol="0"/>
        <a:lstStyle/>
        <a:p>
          <a:pPr rtl="0"/>
          <a:endParaRPr lang="en-GB" noProof="0" dirty="0"/>
        </a:p>
      </dgm:t>
    </dgm:pt>
    <dgm:pt modelId="{91A66877-AC1C-46D9-BF2C-6024B638DEA9}">
      <dgm:prSet phldrT="[Text]"/>
      <dgm:spPr/>
      <dgm:t>
        <a:bodyPr rtlCol="0"/>
        <a:lstStyle/>
        <a:p>
          <a:r>
            <a:rPr lang="en-US" noProof="0" dirty="0"/>
            <a:t>Configure the IPS for Common Attacks</a:t>
          </a:r>
          <a:endParaRPr lang="en-GB" noProof="0" dirty="0"/>
        </a:p>
      </dgm:t>
    </dgm:pt>
    <dgm:pt modelId="{913FED05-DF41-48A7-B1F8-81937A468EF9}" type="parTrans" cxnId="{7F0DAB6F-9257-4F2D-B31A-3418F73F6952}">
      <dgm:prSet/>
      <dgm:spPr/>
      <dgm:t>
        <a:bodyPr rtlCol="0"/>
        <a:lstStyle/>
        <a:p>
          <a:pPr rtl="0"/>
          <a:endParaRPr lang="en-GB" noProof="0" dirty="0"/>
        </a:p>
      </dgm:t>
    </dgm:pt>
    <dgm:pt modelId="{BFCE4A28-C381-46FF-935A-B11534EF7D87}" type="sibTrans" cxnId="{7F0DAB6F-9257-4F2D-B31A-3418F73F6952}">
      <dgm:prSet/>
      <dgm:spPr/>
      <dgm:t>
        <a:bodyPr rtlCol="0"/>
        <a:lstStyle/>
        <a:p>
          <a:pPr rtl="0"/>
          <a:endParaRPr lang="en-GB" noProof="0" dirty="0"/>
        </a:p>
      </dgm:t>
    </dgm:pt>
    <dgm:pt modelId="{76CC3289-2662-43F0-A3C6-BA04A135F08C}">
      <dgm:prSet phldrT="[Text]"/>
      <dgm:spPr/>
      <dgm:t>
        <a:bodyPr rtlCol="0"/>
        <a:lstStyle/>
        <a:p>
          <a:r>
            <a:rPr lang="en-US" noProof="0" dirty="0"/>
            <a:t>Test the Intrusion Prevention System</a:t>
          </a:r>
          <a:endParaRPr lang="en-GB" noProof="0" dirty="0"/>
        </a:p>
      </dgm:t>
    </dgm:pt>
    <dgm:pt modelId="{D46DB4DA-1442-4ECE-89FE-BBB1E3489E3D}" type="parTrans" cxnId="{0400886E-8A1A-44C2-95A7-DB0EF4911494}">
      <dgm:prSet/>
      <dgm:spPr/>
      <dgm:t>
        <a:bodyPr rtlCol="0"/>
        <a:lstStyle/>
        <a:p>
          <a:pPr rtl="0"/>
          <a:endParaRPr lang="en-GB" noProof="0" dirty="0"/>
        </a:p>
      </dgm:t>
    </dgm:pt>
    <dgm:pt modelId="{FA28C9D6-476E-43CD-BA23-D6D990FD78D0}" type="sibTrans" cxnId="{0400886E-8A1A-44C2-95A7-DB0EF4911494}">
      <dgm:prSet/>
      <dgm:spPr/>
      <dgm:t>
        <a:bodyPr rtlCol="0"/>
        <a:lstStyle/>
        <a:p>
          <a:pPr rtl="0"/>
          <a:endParaRPr lang="en-GB" noProof="0" dirty="0"/>
        </a:p>
      </dgm:t>
    </dgm:pt>
    <dgm:pt modelId="{3EE19E88-4339-4227-93C9-10C33119B9C8}" type="pres">
      <dgm:prSet presAssocID="{7D9C16A6-8C48-4165-8DAF-8C957C12A8FA}" presName="hierChild1" presStyleCnt="0">
        <dgm:presLayoutVars>
          <dgm:chPref val="1"/>
          <dgm:dir/>
          <dgm:animOne val="branch"/>
          <dgm:animLvl val="lvl"/>
          <dgm:resizeHandles/>
        </dgm:presLayoutVars>
      </dgm:prSet>
      <dgm:spPr/>
    </dgm:pt>
    <dgm:pt modelId="{A4DC1AEB-5ED7-407A-9727-A52B00CE8E1A}" type="pres">
      <dgm:prSet presAssocID="{701D68F5-42F8-47BC-8FED-84C50F595DF0}" presName="hierRoot1" presStyleCnt="0"/>
      <dgm:spPr/>
    </dgm:pt>
    <dgm:pt modelId="{98B581CC-E1EB-4F29-8F2B-86F3634DA2DA}" type="pres">
      <dgm:prSet presAssocID="{701D68F5-42F8-47BC-8FED-84C50F595DF0}" presName="composite" presStyleCnt="0"/>
      <dgm:spPr/>
    </dgm:pt>
    <dgm:pt modelId="{FD5A8652-E8ED-4E85-925A-F67FA27D2E11}" type="pres">
      <dgm:prSet presAssocID="{701D68F5-42F8-47BC-8FED-84C50F595DF0}" presName="background" presStyleLbl="node0" presStyleIdx="0" presStyleCnt="3"/>
      <dgm:spPr/>
    </dgm:pt>
    <dgm:pt modelId="{8164CA8D-1EB7-45AD-8D95-B9125F77CDB9}" type="pres">
      <dgm:prSet presAssocID="{701D68F5-42F8-47BC-8FED-84C50F595DF0}" presName="text" presStyleLbl="fgAcc0" presStyleIdx="0" presStyleCnt="3">
        <dgm:presLayoutVars>
          <dgm:chPref val="3"/>
        </dgm:presLayoutVars>
      </dgm:prSet>
      <dgm:spPr/>
    </dgm:pt>
    <dgm:pt modelId="{F1C49F97-03F7-48CB-B876-B18EE04BE217}" type="pres">
      <dgm:prSet presAssocID="{701D68F5-42F8-47BC-8FED-84C50F595DF0}" presName="hierChild2" presStyleCnt="0"/>
      <dgm:spPr/>
    </dgm:pt>
    <dgm:pt modelId="{926F6E0B-3A14-4F60-B79B-070BE3650BDC}" type="pres">
      <dgm:prSet presAssocID="{91A66877-AC1C-46D9-BF2C-6024B638DEA9}" presName="hierRoot1" presStyleCnt="0"/>
      <dgm:spPr/>
    </dgm:pt>
    <dgm:pt modelId="{5DA532B9-62CA-4A6B-B6B6-A473AFC7F086}" type="pres">
      <dgm:prSet presAssocID="{91A66877-AC1C-46D9-BF2C-6024B638DEA9}" presName="composite" presStyleCnt="0"/>
      <dgm:spPr/>
    </dgm:pt>
    <dgm:pt modelId="{1AE82B08-2F80-4880-AE4D-1DD5D8228C8A}" type="pres">
      <dgm:prSet presAssocID="{91A66877-AC1C-46D9-BF2C-6024B638DEA9}" presName="background" presStyleLbl="node0" presStyleIdx="1" presStyleCnt="3"/>
      <dgm:spPr/>
    </dgm:pt>
    <dgm:pt modelId="{E132F19A-21B9-4F78-A47A-4E6B77F0AA46}" type="pres">
      <dgm:prSet presAssocID="{91A66877-AC1C-46D9-BF2C-6024B638DEA9}" presName="text" presStyleLbl="fgAcc0" presStyleIdx="1" presStyleCnt="3">
        <dgm:presLayoutVars>
          <dgm:chPref val="3"/>
        </dgm:presLayoutVars>
      </dgm:prSet>
      <dgm:spPr/>
    </dgm:pt>
    <dgm:pt modelId="{94D7FE85-8D34-4E29-B48E-C3B296947398}" type="pres">
      <dgm:prSet presAssocID="{91A66877-AC1C-46D9-BF2C-6024B638DEA9}" presName="hierChild2" presStyleCnt="0"/>
      <dgm:spPr/>
    </dgm:pt>
    <dgm:pt modelId="{BD1EA125-2AF7-49A0-9921-C9A6EFD61617}" type="pres">
      <dgm:prSet presAssocID="{76CC3289-2662-43F0-A3C6-BA04A135F08C}" presName="hierRoot1" presStyleCnt="0"/>
      <dgm:spPr/>
    </dgm:pt>
    <dgm:pt modelId="{221011F4-8579-4704-8703-EAD0E334AC56}" type="pres">
      <dgm:prSet presAssocID="{76CC3289-2662-43F0-A3C6-BA04A135F08C}" presName="composite" presStyleCnt="0"/>
      <dgm:spPr/>
    </dgm:pt>
    <dgm:pt modelId="{D33A4B67-EB87-463D-BF1B-31CB8C3AE5F7}" type="pres">
      <dgm:prSet presAssocID="{76CC3289-2662-43F0-A3C6-BA04A135F08C}" presName="background" presStyleLbl="node0" presStyleIdx="2" presStyleCnt="3"/>
      <dgm:spPr/>
    </dgm:pt>
    <dgm:pt modelId="{470E360F-1AB7-4465-8AE2-3640603904BF}" type="pres">
      <dgm:prSet presAssocID="{76CC3289-2662-43F0-A3C6-BA04A135F08C}" presName="text" presStyleLbl="fgAcc0" presStyleIdx="2" presStyleCnt="3">
        <dgm:presLayoutVars>
          <dgm:chPref val="3"/>
        </dgm:presLayoutVars>
      </dgm:prSet>
      <dgm:spPr/>
    </dgm:pt>
    <dgm:pt modelId="{50F4B260-9A00-40F6-81E0-EB5521901E53}" type="pres">
      <dgm:prSet presAssocID="{76CC3289-2662-43F0-A3C6-BA04A135F08C}" presName="hierChild2" presStyleCnt="0"/>
      <dgm:spPr/>
    </dgm:pt>
  </dgm:ptLst>
  <dgm:cxnLst>
    <dgm:cxn modelId="{C4BA385D-31ED-40EF-A5D6-98DFBA64E71A}" srcId="{7D9C16A6-8C48-4165-8DAF-8C957C12A8FA}" destId="{701D68F5-42F8-47BC-8FED-84C50F595DF0}" srcOrd="0" destOrd="0" parTransId="{9617668C-C38C-4017-8DDF-37855B15D110}" sibTransId="{0C95B389-AC0C-4055-9AA3-38815EFC8B0A}"/>
    <dgm:cxn modelId="{916E675E-97C2-4EF4-8BF3-2B54D0FB0177}" type="presOf" srcId="{76CC3289-2662-43F0-A3C6-BA04A135F08C}" destId="{470E360F-1AB7-4465-8AE2-3640603904BF}" srcOrd="0" destOrd="0" presId="urn:microsoft.com/office/officeart/2005/8/layout/hierarchy1"/>
    <dgm:cxn modelId="{B7B73360-1F62-4C4D-A0CF-B4FC0190F91C}" type="presOf" srcId="{91A66877-AC1C-46D9-BF2C-6024B638DEA9}" destId="{E132F19A-21B9-4F78-A47A-4E6B77F0AA46}" srcOrd="0" destOrd="0" presId="urn:microsoft.com/office/officeart/2005/8/layout/hierarchy1"/>
    <dgm:cxn modelId="{EBA47C4A-2592-4308-A232-129479FF29DB}" type="presOf" srcId="{7D9C16A6-8C48-4165-8DAF-8C957C12A8FA}" destId="{3EE19E88-4339-4227-93C9-10C33119B9C8}" srcOrd="0" destOrd="0" presId="urn:microsoft.com/office/officeart/2005/8/layout/hierarchy1"/>
    <dgm:cxn modelId="{0400886E-8A1A-44C2-95A7-DB0EF4911494}" srcId="{7D9C16A6-8C48-4165-8DAF-8C957C12A8FA}" destId="{76CC3289-2662-43F0-A3C6-BA04A135F08C}" srcOrd="2" destOrd="0" parTransId="{D46DB4DA-1442-4ECE-89FE-BBB1E3489E3D}" sibTransId="{FA28C9D6-476E-43CD-BA23-D6D990FD78D0}"/>
    <dgm:cxn modelId="{7F0DAB6F-9257-4F2D-B31A-3418F73F6952}" srcId="{7D9C16A6-8C48-4165-8DAF-8C957C12A8FA}" destId="{91A66877-AC1C-46D9-BF2C-6024B638DEA9}" srcOrd="1" destOrd="0" parTransId="{913FED05-DF41-48A7-B1F8-81937A468EF9}" sibTransId="{BFCE4A28-C381-46FF-935A-B11534EF7D87}"/>
    <dgm:cxn modelId="{FDD2EE90-F351-468F-8463-587BA312A4C8}" type="presOf" srcId="{701D68F5-42F8-47BC-8FED-84C50F595DF0}" destId="{8164CA8D-1EB7-45AD-8D95-B9125F77CDB9}" srcOrd="0" destOrd="0" presId="urn:microsoft.com/office/officeart/2005/8/layout/hierarchy1"/>
    <dgm:cxn modelId="{79264285-E894-4CC3-B8F7-F55C12AA5320}" type="presParOf" srcId="{3EE19E88-4339-4227-93C9-10C33119B9C8}" destId="{A4DC1AEB-5ED7-407A-9727-A52B00CE8E1A}" srcOrd="0" destOrd="0" presId="urn:microsoft.com/office/officeart/2005/8/layout/hierarchy1"/>
    <dgm:cxn modelId="{1481238E-4486-455D-8C15-537E08EB66BD}" type="presParOf" srcId="{A4DC1AEB-5ED7-407A-9727-A52B00CE8E1A}" destId="{98B581CC-E1EB-4F29-8F2B-86F3634DA2DA}" srcOrd="0" destOrd="0" presId="urn:microsoft.com/office/officeart/2005/8/layout/hierarchy1"/>
    <dgm:cxn modelId="{27737763-2AE5-4A4D-A374-AB2CC2AEE11E}" type="presParOf" srcId="{98B581CC-E1EB-4F29-8F2B-86F3634DA2DA}" destId="{FD5A8652-E8ED-4E85-925A-F67FA27D2E11}" srcOrd="0" destOrd="0" presId="urn:microsoft.com/office/officeart/2005/8/layout/hierarchy1"/>
    <dgm:cxn modelId="{9C654EE4-48CA-41BB-B5D4-56BF1189C463}" type="presParOf" srcId="{98B581CC-E1EB-4F29-8F2B-86F3634DA2DA}" destId="{8164CA8D-1EB7-45AD-8D95-B9125F77CDB9}" srcOrd="1" destOrd="0" presId="urn:microsoft.com/office/officeart/2005/8/layout/hierarchy1"/>
    <dgm:cxn modelId="{6A6BFE7F-FFF9-4544-97BD-B5D0AE6F9219}" type="presParOf" srcId="{A4DC1AEB-5ED7-407A-9727-A52B00CE8E1A}" destId="{F1C49F97-03F7-48CB-B876-B18EE04BE217}" srcOrd="1" destOrd="0" presId="urn:microsoft.com/office/officeart/2005/8/layout/hierarchy1"/>
    <dgm:cxn modelId="{2EC749BF-9908-4B19-9307-B082148963BA}" type="presParOf" srcId="{3EE19E88-4339-4227-93C9-10C33119B9C8}" destId="{926F6E0B-3A14-4F60-B79B-070BE3650BDC}" srcOrd="1" destOrd="0" presId="urn:microsoft.com/office/officeart/2005/8/layout/hierarchy1"/>
    <dgm:cxn modelId="{694B7BC8-1DDC-494F-9905-5823769572CA}" type="presParOf" srcId="{926F6E0B-3A14-4F60-B79B-070BE3650BDC}" destId="{5DA532B9-62CA-4A6B-B6B6-A473AFC7F086}" srcOrd="0" destOrd="0" presId="urn:microsoft.com/office/officeart/2005/8/layout/hierarchy1"/>
    <dgm:cxn modelId="{FAEAFD8D-254A-48D4-9AF7-D1DB3F8C5E8E}" type="presParOf" srcId="{5DA532B9-62CA-4A6B-B6B6-A473AFC7F086}" destId="{1AE82B08-2F80-4880-AE4D-1DD5D8228C8A}" srcOrd="0" destOrd="0" presId="urn:microsoft.com/office/officeart/2005/8/layout/hierarchy1"/>
    <dgm:cxn modelId="{412AADEF-08D7-4BB6-AED1-0926853A1301}" type="presParOf" srcId="{5DA532B9-62CA-4A6B-B6B6-A473AFC7F086}" destId="{E132F19A-21B9-4F78-A47A-4E6B77F0AA46}" srcOrd="1" destOrd="0" presId="urn:microsoft.com/office/officeart/2005/8/layout/hierarchy1"/>
    <dgm:cxn modelId="{4F41CFE7-FC17-4E84-8EA8-FF8716E0A11B}" type="presParOf" srcId="{926F6E0B-3A14-4F60-B79B-070BE3650BDC}" destId="{94D7FE85-8D34-4E29-B48E-C3B296947398}" srcOrd="1" destOrd="0" presId="urn:microsoft.com/office/officeart/2005/8/layout/hierarchy1"/>
    <dgm:cxn modelId="{6AF699F4-8CE0-4635-8DAE-6F410DD7AD1B}" type="presParOf" srcId="{3EE19E88-4339-4227-93C9-10C33119B9C8}" destId="{BD1EA125-2AF7-49A0-9921-C9A6EFD61617}" srcOrd="2" destOrd="0" presId="urn:microsoft.com/office/officeart/2005/8/layout/hierarchy1"/>
    <dgm:cxn modelId="{9089CAEC-598F-49AF-8BDB-320B4377CBD6}" type="presParOf" srcId="{BD1EA125-2AF7-49A0-9921-C9A6EFD61617}" destId="{221011F4-8579-4704-8703-EAD0E334AC56}" srcOrd="0" destOrd="0" presId="urn:microsoft.com/office/officeart/2005/8/layout/hierarchy1"/>
    <dgm:cxn modelId="{E9960F74-CEAA-4CBE-9595-1D40D0BAF1CC}" type="presParOf" srcId="{221011F4-8579-4704-8703-EAD0E334AC56}" destId="{D33A4B67-EB87-463D-BF1B-31CB8C3AE5F7}" srcOrd="0" destOrd="0" presId="urn:microsoft.com/office/officeart/2005/8/layout/hierarchy1"/>
    <dgm:cxn modelId="{31F331E8-B22A-49DD-8A71-0AAB9251381B}" type="presParOf" srcId="{221011F4-8579-4704-8703-EAD0E334AC56}" destId="{470E360F-1AB7-4465-8AE2-3640603904BF}" srcOrd="1" destOrd="0" presId="urn:microsoft.com/office/officeart/2005/8/layout/hierarchy1"/>
    <dgm:cxn modelId="{303B3A5D-A1C5-4ED5-8789-D84FA4D9AC32}" type="presParOf" srcId="{BD1EA125-2AF7-49A0-9921-C9A6EFD61617}" destId="{50F4B260-9A00-40F6-81E0-EB5521901E5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DD460BA8-7EDD-442D-B423-426A42003D1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41265A3D-F580-4326-AD69-50AE92BE93E3}">
      <dgm:prSet/>
      <dgm:spPr/>
      <dgm:t>
        <a:bodyPr/>
        <a:lstStyle/>
        <a:p>
          <a:r>
            <a:rPr lang="en-US" dirty="0">
              <a:solidFill>
                <a:schemeClr val="bg1"/>
              </a:solidFill>
            </a:rPr>
            <a:t>IPS provide an essential layer of proactive defense against cyber threats. </a:t>
          </a:r>
        </a:p>
      </dgm:t>
    </dgm:pt>
    <dgm:pt modelId="{AC91D7F1-E8E2-492B-A00C-7D012ADBB822}" type="parTrans" cxnId="{7A14D286-C819-4BA2-AF31-3114C9987551}">
      <dgm:prSet/>
      <dgm:spPr/>
      <dgm:t>
        <a:bodyPr/>
        <a:lstStyle/>
        <a:p>
          <a:endParaRPr lang="en-US"/>
        </a:p>
      </dgm:t>
    </dgm:pt>
    <dgm:pt modelId="{21AE036F-743A-47F8-A866-B580BD367779}" type="sibTrans" cxnId="{7A14D286-C819-4BA2-AF31-3114C9987551}">
      <dgm:prSet/>
      <dgm:spPr/>
      <dgm:t>
        <a:bodyPr/>
        <a:lstStyle/>
        <a:p>
          <a:endParaRPr lang="en-US"/>
        </a:p>
      </dgm:t>
    </dgm:pt>
    <dgm:pt modelId="{7BC1C15D-8982-4ABA-8CF7-28EFC2C163D8}">
      <dgm:prSet/>
      <dgm:spPr/>
      <dgm:t>
        <a:bodyPr/>
        <a:lstStyle/>
        <a:p>
          <a:r>
            <a:rPr lang="en-US" dirty="0">
              <a:solidFill>
                <a:schemeClr val="bg1"/>
              </a:solidFill>
            </a:rPr>
            <a:t>It also provides real-time monitoring and automatic response to potential threats</a:t>
          </a:r>
        </a:p>
      </dgm:t>
    </dgm:pt>
    <dgm:pt modelId="{96871D8C-7BD2-4422-B172-5B53AA245933}" type="parTrans" cxnId="{9931401C-A69A-454F-B4F6-B137242A42F2}">
      <dgm:prSet/>
      <dgm:spPr/>
      <dgm:t>
        <a:bodyPr/>
        <a:lstStyle/>
        <a:p>
          <a:endParaRPr lang="en-US"/>
        </a:p>
      </dgm:t>
    </dgm:pt>
    <dgm:pt modelId="{99569E41-C558-4339-A404-43B45D7016B6}" type="sibTrans" cxnId="{9931401C-A69A-454F-B4F6-B137242A42F2}">
      <dgm:prSet/>
      <dgm:spPr/>
      <dgm:t>
        <a:bodyPr/>
        <a:lstStyle/>
        <a:p>
          <a:endParaRPr lang="en-US"/>
        </a:p>
      </dgm:t>
    </dgm:pt>
    <dgm:pt modelId="{453E7E39-607F-4E9C-89C5-35AFCCCA65E4}">
      <dgm:prSet/>
      <dgm:spPr/>
      <dgm:t>
        <a:bodyPr/>
        <a:lstStyle/>
        <a:p>
          <a:r>
            <a:rPr lang="en-US" dirty="0">
              <a:solidFill>
                <a:schemeClr val="bg1"/>
              </a:solidFill>
            </a:rPr>
            <a:t>IPS often integrate with firewalls and other security measures for enhanced protection. </a:t>
          </a:r>
        </a:p>
      </dgm:t>
    </dgm:pt>
    <dgm:pt modelId="{93888FAB-4691-4615-9B2F-3796ED3C2136}" type="parTrans" cxnId="{DE16E989-97AA-4B3B-B178-B06DE1087626}">
      <dgm:prSet/>
      <dgm:spPr/>
      <dgm:t>
        <a:bodyPr/>
        <a:lstStyle/>
        <a:p>
          <a:endParaRPr lang="en-US"/>
        </a:p>
      </dgm:t>
    </dgm:pt>
    <dgm:pt modelId="{93976CAB-7D73-4BE7-8C68-534E0DA45D4F}" type="sibTrans" cxnId="{DE16E989-97AA-4B3B-B178-B06DE1087626}">
      <dgm:prSet/>
      <dgm:spPr/>
      <dgm:t>
        <a:bodyPr/>
        <a:lstStyle/>
        <a:p>
          <a:endParaRPr lang="en-US"/>
        </a:p>
      </dgm:t>
    </dgm:pt>
    <dgm:pt modelId="{1A0119C7-A06B-4AEF-A7CD-4963C5397F6E}" type="pres">
      <dgm:prSet presAssocID="{DD460BA8-7EDD-442D-B423-426A42003D11}" presName="root" presStyleCnt="0">
        <dgm:presLayoutVars>
          <dgm:dir/>
          <dgm:resizeHandles val="exact"/>
        </dgm:presLayoutVars>
      </dgm:prSet>
      <dgm:spPr/>
    </dgm:pt>
    <dgm:pt modelId="{5FC9AFBC-E7D1-4EE3-8570-B9E1FFF12EF6}" type="pres">
      <dgm:prSet presAssocID="{41265A3D-F580-4326-AD69-50AE92BE93E3}" presName="compNode" presStyleCnt="0"/>
      <dgm:spPr/>
    </dgm:pt>
    <dgm:pt modelId="{CB357023-3CC5-4ABF-BE66-8CD0E461E8FE}" type="pres">
      <dgm:prSet presAssocID="{41265A3D-F580-4326-AD69-50AE92BE93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95D5948D-7226-4265-B8C4-82DFD7EF8403}" type="pres">
      <dgm:prSet presAssocID="{41265A3D-F580-4326-AD69-50AE92BE93E3}" presName="spaceRect" presStyleCnt="0"/>
      <dgm:spPr/>
    </dgm:pt>
    <dgm:pt modelId="{3E69E110-9132-492D-B5C3-C0E0B032CA30}" type="pres">
      <dgm:prSet presAssocID="{41265A3D-F580-4326-AD69-50AE92BE93E3}" presName="textRect" presStyleLbl="revTx" presStyleIdx="0" presStyleCnt="3">
        <dgm:presLayoutVars>
          <dgm:chMax val="1"/>
          <dgm:chPref val="1"/>
        </dgm:presLayoutVars>
      </dgm:prSet>
      <dgm:spPr/>
    </dgm:pt>
    <dgm:pt modelId="{B75A45F4-CAB0-4476-957E-36BEE28D14A8}" type="pres">
      <dgm:prSet presAssocID="{21AE036F-743A-47F8-A866-B580BD367779}" presName="sibTrans" presStyleCnt="0"/>
      <dgm:spPr/>
    </dgm:pt>
    <dgm:pt modelId="{417A6411-3F09-40C1-AC5D-3007E4539005}" type="pres">
      <dgm:prSet presAssocID="{7BC1C15D-8982-4ABA-8CF7-28EFC2C163D8}" presName="compNode" presStyleCnt="0"/>
      <dgm:spPr/>
    </dgm:pt>
    <dgm:pt modelId="{499B5D07-5FDB-4B7E-B4B9-F19FD6DAAC92}" type="pres">
      <dgm:prSet presAssocID="{7BC1C15D-8982-4ABA-8CF7-28EFC2C163D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ed Bump"/>
        </a:ext>
      </dgm:extLst>
    </dgm:pt>
    <dgm:pt modelId="{D2620432-C5EA-47A3-B0DC-639CFEC9A38B}" type="pres">
      <dgm:prSet presAssocID="{7BC1C15D-8982-4ABA-8CF7-28EFC2C163D8}" presName="spaceRect" presStyleCnt="0"/>
      <dgm:spPr/>
    </dgm:pt>
    <dgm:pt modelId="{EE5F9BB5-C7AF-487B-915C-F9D268EAD935}" type="pres">
      <dgm:prSet presAssocID="{7BC1C15D-8982-4ABA-8CF7-28EFC2C163D8}" presName="textRect" presStyleLbl="revTx" presStyleIdx="1" presStyleCnt="3">
        <dgm:presLayoutVars>
          <dgm:chMax val="1"/>
          <dgm:chPref val="1"/>
        </dgm:presLayoutVars>
      </dgm:prSet>
      <dgm:spPr/>
    </dgm:pt>
    <dgm:pt modelId="{566C1BC0-83E5-4AFE-9D1C-ECCC3F1CE492}" type="pres">
      <dgm:prSet presAssocID="{99569E41-C558-4339-A404-43B45D7016B6}" presName="sibTrans" presStyleCnt="0"/>
      <dgm:spPr/>
    </dgm:pt>
    <dgm:pt modelId="{21D8998A-4645-45E8-BB3F-FBA403726714}" type="pres">
      <dgm:prSet presAssocID="{453E7E39-607F-4E9C-89C5-35AFCCCA65E4}" presName="compNode" presStyleCnt="0"/>
      <dgm:spPr/>
    </dgm:pt>
    <dgm:pt modelId="{96A23E64-B99F-4C6A-A8EB-CD6A2E592CC1}" type="pres">
      <dgm:prSet presAssocID="{453E7E39-607F-4E9C-89C5-35AFCCCA65E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529259FE-0ABB-421B-9C56-82356352343E}" type="pres">
      <dgm:prSet presAssocID="{453E7E39-607F-4E9C-89C5-35AFCCCA65E4}" presName="spaceRect" presStyleCnt="0"/>
      <dgm:spPr/>
    </dgm:pt>
    <dgm:pt modelId="{B02DC93D-CEF9-4A63-9528-D539E9D01D21}" type="pres">
      <dgm:prSet presAssocID="{453E7E39-607F-4E9C-89C5-35AFCCCA65E4}" presName="textRect" presStyleLbl="revTx" presStyleIdx="2" presStyleCnt="3">
        <dgm:presLayoutVars>
          <dgm:chMax val="1"/>
          <dgm:chPref val="1"/>
        </dgm:presLayoutVars>
      </dgm:prSet>
      <dgm:spPr/>
    </dgm:pt>
  </dgm:ptLst>
  <dgm:cxnLst>
    <dgm:cxn modelId="{50C92200-3A03-4F7A-A95D-5FE359D61452}" type="presOf" srcId="{DD460BA8-7EDD-442D-B423-426A42003D11}" destId="{1A0119C7-A06B-4AEF-A7CD-4963C5397F6E}" srcOrd="0" destOrd="0" presId="urn:microsoft.com/office/officeart/2018/2/layout/IconLabelList"/>
    <dgm:cxn modelId="{9931401C-A69A-454F-B4F6-B137242A42F2}" srcId="{DD460BA8-7EDD-442D-B423-426A42003D11}" destId="{7BC1C15D-8982-4ABA-8CF7-28EFC2C163D8}" srcOrd="1" destOrd="0" parTransId="{96871D8C-7BD2-4422-B172-5B53AA245933}" sibTransId="{99569E41-C558-4339-A404-43B45D7016B6}"/>
    <dgm:cxn modelId="{CA8E3427-6CFD-494F-BD00-E588ED41860C}" type="presOf" srcId="{41265A3D-F580-4326-AD69-50AE92BE93E3}" destId="{3E69E110-9132-492D-B5C3-C0E0B032CA30}" srcOrd="0" destOrd="0" presId="urn:microsoft.com/office/officeart/2018/2/layout/IconLabelList"/>
    <dgm:cxn modelId="{7A14D286-C819-4BA2-AF31-3114C9987551}" srcId="{DD460BA8-7EDD-442D-B423-426A42003D11}" destId="{41265A3D-F580-4326-AD69-50AE92BE93E3}" srcOrd="0" destOrd="0" parTransId="{AC91D7F1-E8E2-492B-A00C-7D012ADBB822}" sibTransId="{21AE036F-743A-47F8-A866-B580BD367779}"/>
    <dgm:cxn modelId="{DE16E989-97AA-4B3B-B178-B06DE1087626}" srcId="{DD460BA8-7EDD-442D-B423-426A42003D11}" destId="{453E7E39-607F-4E9C-89C5-35AFCCCA65E4}" srcOrd="2" destOrd="0" parTransId="{93888FAB-4691-4615-9B2F-3796ED3C2136}" sibTransId="{93976CAB-7D73-4BE7-8C68-534E0DA45D4F}"/>
    <dgm:cxn modelId="{0F81E2D3-ED47-4745-B541-1D8D507EAF76}" type="presOf" srcId="{453E7E39-607F-4E9C-89C5-35AFCCCA65E4}" destId="{B02DC93D-CEF9-4A63-9528-D539E9D01D21}" srcOrd="0" destOrd="0" presId="urn:microsoft.com/office/officeart/2018/2/layout/IconLabelList"/>
    <dgm:cxn modelId="{1CEFDBEF-20AC-4AB0-9019-A6B7D65B2028}" type="presOf" srcId="{7BC1C15D-8982-4ABA-8CF7-28EFC2C163D8}" destId="{EE5F9BB5-C7AF-487B-915C-F9D268EAD935}" srcOrd="0" destOrd="0" presId="urn:microsoft.com/office/officeart/2018/2/layout/IconLabelList"/>
    <dgm:cxn modelId="{04852EDF-0B53-426D-B9A7-0E6E4D840F44}" type="presParOf" srcId="{1A0119C7-A06B-4AEF-A7CD-4963C5397F6E}" destId="{5FC9AFBC-E7D1-4EE3-8570-B9E1FFF12EF6}" srcOrd="0" destOrd="0" presId="urn:microsoft.com/office/officeart/2018/2/layout/IconLabelList"/>
    <dgm:cxn modelId="{16381939-8B6D-451B-B939-BED7BB102048}" type="presParOf" srcId="{5FC9AFBC-E7D1-4EE3-8570-B9E1FFF12EF6}" destId="{CB357023-3CC5-4ABF-BE66-8CD0E461E8FE}" srcOrd="0" destOrd="0" presId="urn:microsoft.com/office/officeart/2018/2/layout/IconLabelList"/>
    <dgm:cxn modelId="{366CD938-4D71-4E3B-BE9E-A3E2A6C84139}" type="presParOf" srcId="{5FC9AFBC-E7D1-4EE3-8570-B9E1FFF12EF6}" destId="{95D5948D-7226-4265-B8C4-82DFD7EF8403}" srcOrd="1" destOrd="0" presId="urn:microsoft.com/office/officeart/2018/2/layout/IconLabelList"/>
    <dgm:cxn modelId="{BC44E841-36D7-44B0-B20E-AC5B39317806}" type="presParOf" srcId="{5FC9AFBC-E7D1-4EE3-8570-B9E1FFF12EF6}" destId="{3E69E110-9132-492D-B5C3-C0E0B032CA30}" srcOrd="2" destOrd="0" presId="urn:microsoft.com/office/officeart/2018/2/layout/IconLabelList"/>
    <dgm:cxn modelId="{6979F9D0-BE06-4FC5-AFD3-2EA63C392070}" type="presParOf" srcId="{1A0119C7-A06B-4AEF-A7CD-4963C5397F6E}" destId="{B75A45F4-CAB0-4476-957E-36BEE28D14A8}" srcOrd="1" destOrd="0" presId="urn:microsoft.com/office/officeart/2018/2/layout/IconLabelList"/>
    <dgm:cxn modelId="{77AEAC39-AD1B-475D-8D8B-AC2698C0DF38}" type="presParOf" srcId="{1A0119C7-A06B-4AEF-A7CD-4963C5397F6E}" destId="{417A6411-3F09-40C1-AC5D-3007E4539005}" srcOrd="2" destOrd="0" presId="urn:microsoft.com/office/officeart/2018/2/layout/IconLabelList"/>
    <dgm:cxn modelId="{E5FD6413-C870-40FF-ACBB-B15B72299913}" type="presParOf" srcId="{417A6411-3F09-40C1-AC5D-3007E4539005}" destId="{499B5D07-5FDB-4B7E-B4B9-F19FD6DAAC92}" srcOrd="0" destOrd="0" presId="urn:microsoft.com/office/officeart/2018/2/layout/IconLabelList"/>
    <dgm:cxn modelId="{04F4748C-0691-42F4-BB5B-5BA2F0A6FD52}" type="presParOf" srcId="{417A6411-3F09-40C1-AC5D-3007E4539005}" destId="{D2620432-C5EA-47A3-B0DC-639CFEC9A38B}" srcOrd="1" destOrd="0" presId="urn:microsoft.com/office/officeart/2018/2/layout/IconLabelList"/>
    <dgm:cxn modelId="{9C183A0C-2B69-4202-BC3D-70D193AB6523}" type="presParOf" srcId="{417A6411-3F09-40C1-AC5D-3007E4539005}" destId="{EE5F9BB5-C7AF-487B-915C-F9D268EAD935}" srcOrd="2" destOrd="0" presId="urn:microsoft.com/office/officeart/2018/2/layout/IconLabelList"/>
    <dgm:cxn modelId="{3DF96401-4F69-4257-B23A-8EC6AA8C9049}" type="presParOf" srcId="{1A0119C7-A06B-4AEF-A7CD-4963C5397F6E}" destId="{566C1BC0-83E5-4AFE-9D1C-ECCC3F1CE492}" srcOrd="3" destOrd="0" presId="urn:microsoft.com/office/officeart/2018/2/layout/IconLabelList"/>
    <dgm:cxn modelId="{8DBE9391-177A-49B2-BD1C-542D3F3401B0}" type="presParOf" srcId="{1A0119C7-A06B-4AEF-A7CD-4963C5397F6E}" destId="{21D8998A-4645-45E8-BB3F-FBA403726714}" srcOrd="4" destOrd="0" presId="urn:microsoft.com/office/officeart/2018/2/layout/IconLabelList"/>
    <dgm:cxn modelId="{AE0574DF-36E1-451C-AE00-208CC2070C59}" type="presParOf" srcId="{21D8998A-4645-45E8-BB3F-FBA403726714}" destId="{96A23E64-B99F-4C6A-A8EB-CD6A2E592CC1}" srcOrd="0" destOrd="0" presId="urn:microsoft.com/office/officeart/2018/2/layout/IconLabelList"/>
    <dgm:cxn modelId="{74A2EA38-96C3-4AA7-A414-9AA1DBD39626}" type="presParOf" srcId="{21D8998A-4645-45E8-BB3F-FBA403726714}" destId="{529259FE-0ABB-421B-9C56-82356352343E}" srcOrd="1" destOrd="0" presId="urn:microsoft.com/office/officeart/2018/2/layout/IconLabelList"/>
    <dgm:cxn modelId="{A0366260-759C-4E27-90CD-4D4F327302B7}" type="presParOf" srcId="{21D8998A-4645-45E8-BB3F-FBA403726714}" destId="{B02DC93D-CEF9-4A63-9528-D539E9D01D21}" srcOrd="2" destOrd="0" presId="urn:microsoft.com/office/officeart/2018/2/layout/IconLabel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171BDC-1D35-489B-A0A2-B4FD4B74F0C3}" type="doc">
      <dgm:prSet loTypeId="urn:microsoft.com/office/officeart/2005/8/layout/process4" loCatId="process" qsTypeId="urn:microsoft.com/office/officeart/2005/8/quickstyle/simple5" qsCatId="simple" csTypeId="urn:microsoft.com/office/officeart/2005/8/colors/accent2_2" csCatId="accent2"/>
      <dgm:spPr/>
      <dgm:t>
        <a:bodyPr/>
        <a:lstStyle/>
        <a:p>
          <a:endParaRPr lang="en-US"/>
        </a:p>
      </dgm:t>
    </dgm:pt>
    <dgm:pt modelId="{5E56D765-FC9A-40E3-B7AA-3C55418100B2}">
      <dgm:prSet/>
      <dgm:spPr/>
      <dgm:t>
        <a:bodyPr/>
        <a:lstStyle/>
        <a:p>
          <a:r>
            <a:rPr lang="en-GB" dirty="0">
              <a:solidFill>
                <a:schemeClr val="bg1"/>
              </a:solidFill>
            </a:rPr>
            <a:t>An </a:t>
          </a:r>
          <a:r>
            <a:rPr lang="en-GB" u="sng" dirty="0">
              <a:solidFill>
                <a:schemeClr val="bg1"/>
              </a:solidFill>
            </a:rPr>
            <a:t>Intrusion Detection System </a:t>
          </a:r>
          <a:r>
            <a:rPr lang="en-GB" dirty="0">
              <a:solidFill>
                <a:schemeClr val="bg1"/>
              </a:solidFill>
            </a:rPr>
            <a:t>(IDS) is a security control or countermeasure that has the capability to detect  unauthorised access to resources on a network, highlighting irregularities on pre-configured criteria.</a:t>
          </a:r>
          <a:endParaRPr lang="en-US" dirty="0">
            <a:solidFill>
              <a:schemeClr val="bg1"/>
            </a:solidFill>
          </a:endParaRPr>
        </a:p>
      </dgm:t>
    </dgm:pt>
    <dgm:pt modelId="{F07F2B7D-20C5-40D3-8A89-25D05DB73848}" type="parTrans" cxnId="{E9FD20F3-C5C3-4BD2-9AD4-9508EA2274A5}">
      <dgm:prSet/>
      <dgm:spPr/>
      <dgm:t>
        <a:bodyPr/>
        <a:lstStyle/>
        <a:p>
          <a:endParaRPr lang="en-US"/>
        </a:p>
      </dgm:t>
    </dgm:pt>
    <dgm:pt modelId="{5FDEF025-25BB-42BB-95BC-B559ECB7606E}" type="sibTrans" cxnId="{E9FD20F3-C5C3-4BD2-9AD4-9508EA2274A5}">
      <dgm:prSet/>
      <dgm:spPr/>
      <dgm:t>
        <a:bodyPr/>
        <a:lstStyle/>
        <a:p>
          <a:endParaRPr lang="en-US"/>
        </a:p>
      </dgm:t>
    </dgm:pt>
    <dgm:pt modelId="{A89A78A3-D1FE-4108-A129-083897F698E8}">
      <dgm:prSet/>
      <dgm:spPr/>
      <dgm:t>
        <a:bodyPr/>
        <a:lstStyle/>
        <a:p>
          <a:r>
            <a:rPr lang="en-GB" dirty="0">
              <a:solidFill>
                <a:schemeClr val="bg1"/>
              </a:solidFill>
            </a:rPr>
            <a:t>Some of the most frequently spotted attacks by a network IDS:</a:t>
          </a:r>
          <a:endParaRPr lang="en-US" dirty="0">
            <a:solidFill>
              <a:schemeClr val="bg1"/>
            </a:solidFill>
          </a:endParaRPr>
        </a:p>
      </dgm:t>
    </dgm:pt>
    <dgm:pt modelId="{B31DFE6D-2907-4773-BE14-A24E65047F84}" type="parTrans" cxnId="{B25BF845-74B0-4D3F-A4E2-63BFA8C01A1B}">
      <dgm:prSet/>
      <dgm:spPr/>
      <dgm:t>
        <a:bodyPr/>
        <a:lstStyle/>
        <a:p>
          <a:endParaRPr lang="en-US"/>
        </a:p>
      </dgm:t>
    </dgm:pt>
    <dgm:pt modelId="{79187270-C509-42CB-A46E-D082F8FC24F8}" type="sibTrans" cxnId="{B25BF845-74B0-4D3F-A4E2-63BFA8C01A1B}">
      <dgm:prSet/>
      <dgm:spPr/>
      <dgm:t>
        <a:bodyPr/>
        <a:lstStyle/>
        <a:p>
          <a:endParaRPr lang="en-US"/>
        </a:p>
      </dgm:t>
    </dgm:pt>
    <dgm:pt modelId="{A295C890-2CE1-4FB4-AD61-869211CAD29F}">
      <dgm:prSet/>
      <dgm:spPr/>
      <dgm:t>
        <a:bodyPr/>
        <a:lstStyle/>
        <a:p>
          <a:r>
            <a:rPr lang="en-GB" dirty="0"/>
            <a:t>Application layer attacks, such as directory traversal attacks, buffer overflows, or numerous forms of command injection.</a:t>
          </a:r>
          <a:endParaRPr lang="en-US" dirty="0"/>
        </a:p>
      </dgm:t>
    </dgm:pt>
    <dgm:pt modelId="{3A2B6D37-31C7-4EC9-8D93-CAFB780DF187}" type="parTrans" cxnId="{10D0EFE0-030B-4A89-A17C-0F2203ED0CBE}">
      <dgm:prSet/>
      <dgm:spPr/>
      <dgm:t>
        <a:bodyPr/>
        <a:lstStyle/>
        <a:p>
          <a:endParaRPr lang="en-US"/>
        </a:p>
      </dgm:t>
    </dgm:pt>
    <dgm:pt modelId="{69DACC23-66B0-4B22-8984-C6999DE62035}" type="sibTrans" cxnId="{10D0EFE0-030B-4A89-A17C-0F2203ED0CBE}">
      <dgm:prSet/>
      <dgm:spPr/>
      <dgm:t>
        <a:bodyPr/>
        <a:lstStyle/>
        <a:p>
          <a:endParaRPr lang="en-US"/>
        </a:p>
      </dgm:t>
    </dgm:pt>
    <dgm:pt modelId="{704A098D-7EA3-4BC3-A091-F85C768394D2}">
      <dgm:prSet/>
      <dgm:spPr/>
      <dgm:t>
        <a:bodyPr/>
        <a:lstStyle/>
        <a:p>
          <a:r>
            <a:rPr lang="en-GB" dirty="0"/>
            <a:t>Network sweeps and scans.</a:t>
          </a:r>
          <a:endParaRPr lang="en-US" dirty="0"/>
        </a:p>
      </dgm:t>
    </dgm:pt>
    <dgm:pt modelId="{BCB6A184-B59E-4771-B396-09B33EA5EB8A}" type="parTrans" cxnId="{0DE4B75B-B1E8-40EC-BA11-42425045D7EC}">
      <dgm:prSet/>
      <dgm:spPr/>
      <dgm:t>
        <a:bodyPr/>
        <a:lstStyle/>
        <a:p>
          <a:endParaRPr lang="en-US"/>
        </a:p>
      </dgm:t>
    </dgm:pt>
    <dgm:pt modelId="{25626D48-4CCD-4C81-9624-A335E63714B3}" type="sibTrans" cxnId="{0DE4B75B-B1E8-40EC-BA11-42425045D7EC}">
      <dgm:prSet/>
      <dgm:spPr/>
      <dgm:t>
        <a:bodyPr/>
        <a:lstStyle/>
        <a:p>
          <a:endParaRPr lang="en-US"/>
        </a:p>
      </dgm:t>
    </dgm:pt>
    <dgm:pt modelId="{3A638AD7-2AE6-4347-B7A9-AF39ABC5B0B9}">
      <dgm:prSet/>
      <dgm:spPr/>
      <dgm:t>
        <a:bodyPr/>
        <a:lstStyle/>
        <a:p>
          <a:r>
            <a:rPr lang="en-GB" dirty="0"/>
            <a:t>Flooding denial of service (DoS) attacks in the form of TCP SYN packets.</a:t>
          </a:r>
          <a:endParaRPr lang="en-US" dirty="0"/>
        </a:p>
      </dgm:t>
    </dgm:pt>
    <dgm:pt modelId="{633A41D9-AC76-4F4B-BE05-A50C22A8D930}" type="parTrans" cxnId="{70DC5C11-1C9B-4BC3-9596-0C47E9AD37A5}">
      <dgm:prSet/>
      <dgm:spPr/>
      <dgm:t>
        <a:bodyPr/>
        <a:lstStyle/>
        <a:p>
          <a:endParaRPr lang="en-US"/>
        </a:p>
      </dgm:t>
    </dgm:pt>
    <dgm:pt modelId="{CF79C1EB-91B6-4248-AFA7-64EE769DC245}" type="sibTrans" cxnId="{70DC5C11-1C9B-4BC3-9596-0C47E9AD37A5}">
      <dgm:prSet/>
      <dgm:spPr/>
      <dgm:t>
        <a:bodyPr/>
        <a:lstStyle/>
        <a:p>
          <a:endParaRPr lang="en-US"/>
        </a:p>
      </dgm:t>
    </dgm:pt>
    <dgm:pt modelId="{A2AA5516-0AB7-45CF-BE46-C834C0864CB3}" type="pres">
      <dgm:prSet presAssocID="{72171BDC-1D35-489B-A0A2-B4FD4B74F0C3}" presName="Name0" presStyleCnt="0">
        <dgm:presLayoutVars>
          <dgm:dir/>
          <dgm:animLvl val="lvl"/>
          <dgm:resizeHandles val="exact"/>
        </dgm:presLayoutVars>
      </dgm:prSet>
      <dgm:spPr/>
    </dgm:pt>
    <dgm:pt modelId="{922DFE52-26CF-4D31-B735-6F8057367A17}" type="pres">
      <dgm:prSet presAssocID="{A89A78A3-D1FE-4108-A129-083897F698E8}" presName="boxAndChildren" presStyleCnt="0"/>
      <dgm:spPr/>
    </dgm:pt>
    <dgm:pt modelId="{6DD3B379-532A-4D88-A17B-036731221521}" type="pres">
      <dgm:prSet presAssocID="{A89A78A3-D1FE-4108-A129-083897F698E8}" presName="parentTextBox" presStyleLbl="node1" presStyleIdx="0" presStyleCnt="2"/>
      <dgm:spPr/>
    </dgm:pt>
    <dgm:pt modelId="{6D0B5303-2AAD-4418-8E0B-18D0D842A333}" type="pres">
      <dgm:prSet presAssocID="{A89A78A3-D1FE-4108-A129-083897F698E8}" presName="entireBox" presStyleLbl="node1" presStyleIdx="0" presStyleCnt="2"/>
      <dgm:spPr/>
    </dgm:pt>
    <dgm:pt modelId="{B24BE70B-695C-40FB-9D21-9A72F36FC4A9}" type="pres">
      <dgm:prSet presAssocID="{A89A78A3-D1FE-4108-A129-083897F698E8}" presName="descendantBox" presStyleCnt="0"/>
      <dgm:spPr/>
    </dgm:pt>
    <dgm:pt modelId="{E319BC8C-F38E-4942-BD58-FB39A450F2EB}" type="pres">
      <dgm:prSet presAssocID="{A295C890-2CE1-4FB4-AD61-869211CAD29F}" presName="childTextBox" presStyleLbl="fgAccFollowNode1" presStyleIdx="0" presStyleCnt="3">
        <dgm:presLayoutVars>
          <dgm:bulletEnabled val="1"/>
        </dgm:presLayoutVars>
      </dgm:prSet>
      <dgm:spPr/>
    </dgm:pt>
    <dgm:pt modelId="{831DE6C4-13B6-4BAB-BC49-B499A857DAB0}" type="pres">
      <dgm:prSet presAssocID="{704A098D-7EA3-4BC3-A091-F85C768394D2}" presName="childTextBox" presStyleLbl="fgAccFollowNode1" presStyleIdx="1" presStyleCnt="3">
        <dgm:presLayoutVars>
          <dgm:bulletEnabled val="1"/>
        </dgm:presLayoutVars>
      </dgm:prSet>
      <dgm:spPr/>
    </dgm:pt>
    <dgm:pt modelId="{BEB3C748-95C9-4E17-9A26-A8E2192059EF}" type="pres">
      <dgm:prSet presAssocID="{3A638AD7-2AE6-4347-B7A9-AF39ABC5B0B9}" presName="childTextBox" presStyleLbl="fgAccFollowNode1" presStyleIdx="2" presStyleCnt="3">
        <dgm:presLayoutVars>
          <dgm:bulletEnabled val="1"/>
        </dgm:presLayoutVars>
      </dgm:prSet>
      <dgm:spPr/>
    </dgm:pt>
    <dgm:pt modelId="{AC1ECFB5-F92C-4385-B033-4E02E6662B5A}" type="pres">
      <dgm:prSet presAssocID="{5FDEF025-25BB-42BB-95BC-B559ECB7606E}" presName="sp" presStyleCnt="0"/>
      <dgm:spPr/>
    </dgm:pt>
    <dgm:pt modelId="{EBEE7BBE-4A10-4F13-B1D0-8721ABCF1A48}" type="pres">
      <dgm:prSet presAssocID="{5E56D765-FC9A-40E3-B7AA-3C55418100B2}" presName="arrowAndChildren" presStyleCnt="0"/>
      <dgm:spPr/>
    </dgm:pt>
    <dgm:pt modelId="{E2308CB1-2080-409A-B4C1-0F2FC7BAF04D}" type="pres">
      <dgm:prSet presAssocID="{5E56D765-FC9A-40E3-B7AA-3C55418100B2}" presName="parentTextArrow" presStyleLbl="node1" presStyleIdx="1" presStyleCnt="2"/>
      <dgm:spPr/>
    </dgm:pt>
  </dgm:ptLst>
  <dgm:cxnLst>
    <dgm:cxn modelId="{9B423402-52E1-44B0-9EF1-A57D6F229DE2}" type="presOf" srcId="{704A098D-7EA3-4BC3-A091-F85C768394D2}" destId="{831DE6C4-13B6-4BAB-BC49-B499A857DAB0}" srcOrd="0" destOrd="0" presId="urn:microsoft.com/office/officeart/2005/8/layout/process4"/>
    <dgm:cxn modelId="{70DC5C11-1C9B-4BC3-9596-0C47E9AD37A5}" srcId="{A89A78A3-D1FE-4108-A129-083897F698E8}" destId="{3A638AD7-2AE6-4347-B7A9-AF39ABC5B0B9}" srcOrd="2" destOrd="0" parTransId="{633A41D9-AC76-4F4B-BE05-A50C22A8D930}" sibTransId="{CF79C1EB-91B6-4248-AFA7-64EE769DC245}"/>
    <dgm:cxn modelId="{9078441D-340E-4F7D-BCF5-B19B70F911F8}" type="presOf" srcId="{3A638AD7-2AE6-4347-B7A9-AF39ABC5B0B9}" destId="{BEB3C748-95C9-4E17-9A26-A8E2192059EF}" srcOrd="0" destOrd="0" presId="urn:microsoft.com/office/officeart/2005/8/layout/process4"/>
    <dgm:cxn modelId="{A5883631-FC8F-40CC-9DA9-51F7C861848D}" type="presOf" srcId="{72171BDC-1D35-489B-A0A2-B4FD4B74F0C3}" destId="{A2AA5516-0AB7-45CF-BE46-C834C0864CB3}" srcOrd="0" destOrd="0" presId="urn:microsoft.com/office/officeart/2005/8/layout/process4"/>
    <dgm:cxn modelId="{0DE4B75B-B1E8-40EC-BA11-42425045D7EC}" srcId="{A89A78A3-D1FE-4108-A129-083897F698E8}" destId="{704A098D-7EA3-4BC3-A091-F85C768394D2}" srcOrd="1" destOrd="0" parTransId="{BCB6A184-B59E-4771-B396-09B33EA5EB8A}" sibTransId="{25626D48-4CCD-4C81-9624-A335E63714B3}"/>
    <dgm:cxn modelId="{B25BF845-74B0-4D3F-A4E2-63BFA8C01A1B}" srcId="{72171BDC-1D35-489B-A0A2-B4FD4B74F0C3}" destId="{A89A78A3-D1FE-4108-A129-083897F698E8}" srcOrd="1" destOrd="0" parTransId="{B31DFE6D-2907-4773-BE14-A24E65047F84}" sibTransId="{79187270-C509-42CB-A46E-D082F8FC24F8}"/>
    <dgm:cxn modelId="{266A5A6B-E3E4-4750-9817-E983D9EC354D}" type="presOf" srcId="{A295C890-2CE1-4FB4-AD61-869211CAD29F}" destId="{E319BC8C-F38E-4942-BD58-FB39A450F2EB}" srcOrd="0" destOrd="0" presId="urn:microsoft.com/office/officeart/2005/8/layout/process4"/>
    <dgm:cxn modelId="{47C2DF6B-474E-4498-8DA9-17F8565E26D6}" type="presOf" srcId="{A89A78A3-D1FE-4108-A129-083897F698E8}" destId="{6D0B5303-2AAD-4418-8E0B-18D0D842A333}" srcOrd="1" destOrd="0" presId="urn:microsoft.com/office/officeart/2005/8/layout/process4"/>
    <dgm:cxn modelId="{879979B1-A921-44A6-A445-04FAE3CCA860}" type="presOf" srcId="{5E56D765-FC9A-40E3-B7AA-3C55418100B2}" destId="{E2308CB1-2080-409A-B4C1-0F2FC7BAF04D}" srcOrd="0" destOrd="0" presId="urn:microsoft.com/office/officeart/2005/8/layout/process4"/>
    <dgm:cxn modelId="{10D0EFE0-030B-4A89-A17C-0F2203ED0CBE}" srcId="{A89A78A3-D1FE-4108-A129-083897F698E8}" destId="{A295C890-2CE1-4FB4-AD61-869211CAD29F}" srcOrd="0" destOrd="0" parTransId="{3A2B6D37-31C7-4EC9-8D93-CAFB780DF187}" sibTransId="{69DACC23-66B0-4B22-8984-C6999DE62035}"/>
    <dgm:cxn modelId="{E9FD20F3-C5C3-4BD2-9AD4-9508EA2274A5}" srcId="{72171BDC-1D35-489B-A0A2-B4FD4B74F0C3}" destId="{5E56D765-FC9A-40E3-B7AA-3C55418100B2}" srcOrd="0" destOrd="0" parTransId="{F07F2B7D-20C5-40D3-8A89-25D05DB73848}" sibTransId="{5FDEF025-25BB-42BB-95BC-B559ECB7606E}"/>
    <dgm:cxn modelId="{4448C1F6-31DB-4C14-87C6-A10583003D32}" type="presOf" srcId="{A89A78A3-D1FE-4108-A129-083897F698E8}" destId="{6DD3B379-532A-4D88-A17B-036731221521}" srcOrd="0" destOrd="0" presId="urn:microsoft.com/office/officeart/2005/8/layout/process4"/>
    <dgm:cxn modelId="{178B5151-9250-41DD-BFDB-E8552F1E8B12}" type="presParOf" srcId="{A2AA5516-0AB7-45CF-BE46-C834C0864CB3}" destId="{922DFE52-26CF-4D31-B735-6F8057367A17}" srcOrd="0" destOrd="0" presId="urn:microsoft.com/office/officeart/2005/8/layout/process4"/>
    <dgm:cxn modelId="{2DAE90AE-ABB9-42B2-B9BF-740339E93085}" type="presParOf" srcId="{922DFE52-26CF-4D31-B735-6F8057367A17}" destId="{6DD3B379-532A-4D88-A17B-036731221521}" srcOrd="0" destOrd="0" presId="urn:microsoft.com/office/officeart/2005/8/layout/process4"/>
    <dgm:cxn modelId="{243FBCF8-D0DD-47A5-B773-9A8B27F86EB5}" type="presParOf" srcId="{922DFE52-26CF-4D31-B735-6F8057367A17}" destId="{6D0B5303-2AAD-4418-8E0B-18D0D842A333}" srcOrd="1" destOrd="0" presId="urn:microsoft.com/office/officeart/2005/8/layout/process4"/>
    <dgm:cxn modelId="{70047CA0-5775-436E-8DF0-FE2429B66007}" type="presParOf" srcId="{922DFE52-26CF-4D31-B735-6F8057367A17}" destId="{B24BE70B-695C-40FB-9D21-9A72F36FC4A9}" srcOrd="2" destOrd="0" presId="urn:microsoft.com/office/officeart/2005/8/layout/process4"/>
    <dgm:cxn modelId="{B914F2DD-725D-43D6-8A62-5FBC12F43E1C}" type="presParOf" srcId="{B24BE70B-695C-40FB-9D21-9A72F36FC4A9}" destId="{E319BC8C-F38E-4942-BD58-FB39A450F2EB}" srcOrd="0" destOrd="0" presId="urn:microsoft.com/office/officeart/2005/8/layout/process4"/>
    <dgm:cxn modelId="{8E114927-ADD2-4518-A5D1-0BD864DA79A6}" type="presParOf" srcId="{B24BE70B-695C-40FB-9D21-9A72F36FC4A9}" destId="{831DE6C4-13B6-4BAB-BC49-B499A857DAB0}" srcOrd="1" destOrd="0" presId="urn:microsoft.com/office/officeart/2005/8/layout/process4"/>
    <dgm:cxn modelId="{D586E079-2664-4B2C-B9DB-F6A217EA65FF}" type="presParOf" srcId="{B24BE70B-695C-40FB-9D21-9A72F36FC4A9}" destId="{BEB3C748-95C9-4E17-9A26-A8E2192059EF}" srcOrd="2" destOrd="0" presId="urn:microsoft.com/office/officeart/2005/8/layout/process4"/>
    <dgm:cxn modelId="{CE7FF6AF-5B1E-465B-87D8-B76A1398B471}" type="presParOf" srcId="{A2AA5516-0AB7-45CF-BE46-C834C0864CB3}" destId="{AC1ECFB5-F92C-4385-B033-4E02E6662B5A}" srcOrd="1" destOrd="0" presId="urn:microsoft.com/office/officeart/2005/8/layout/process4"/>
    <dgm:cxn modelId="{6A566143-2DD8-40F8-A513-EC178FD43E8B}" type="presParOf" srcId="{A2AA5516-0AB7-45CF-BE46-C834C0864CB3}" destId="{EBEE7BBE-4A10-4F13-B1D0-8721ABCF1A48}" srcOrd="2" destOrd="0" presId="urn:microsoft.com/office/officeart/2005/8/layout/process4"/>
    <dgm:cxn modelId="{CE2E536D-836B-4369-99FD-492696094BC8}" type="presParOf" srcId="{EBEE7BBE-4A10-4F13-B1D0-8721ABCF1A48}" destId="{E2308CB1-2080-409A-B4C1-0F2FC7BAF04D}"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E8DBBB-09B5-4F84-9C7E-4D619BDEC0C8}" type="doc">
      <dgm:prSet loTypeId="urn:microsoft.com/office/officeart/2005/8/layout/vList2" loCatId="list" qsTypeId="urn:microsoft.com/office/officeart/2005/8/quickstyle/simple5" qsCatId="simple" csTypeId="urn:microsoft.com/office/officeart/2005/8/colors/accent2_3" csCatId="accent2"/>
      <dgm:spPr/>
      <dgm:t>
        <a:bodyPr/>
        <a:lstStyle/>
        <a:p>
          <a:endParaRPr lang="en-US"/>
        </a:p>
      </dgm:t>
    </dgm:pt>
    <dgm:pt modelId="{F5064179-91B7-4AC3-9A60-2F068F1F6D22}">
      <dgm:prSet/>
      <dgm:spPr/>
      <dgm:t>
        <a:bodyPr/>
        <a:lstStyle/>
        <a:p>
          <a:r>
            <a:rPr lang="en-GB" dirty="0">
              <a:solidFill>
                <a:schemeClr val="bg1"/>
              </a:solidFill>
            </a:rPr>
            <a:t>A well-known pre-set instruction in a misuse IDS for spotting a denial of service attack is called the “Ping of Death,” which is one of the oldest network attack types. </a:t>
          </a:r>
          <a:endParaRPr lang="en-US" dirty="0">
            <a:solidFill>
              <a:schemeClr val="bg1"/>
            </a:solidFill>
          </a:endParaRPr>
        </a:p>
      </dgm:t>
    </dgm:pt>
    <dgm:pt modelId="{D39882B8-AFCA-4310-AC51-A1245DA835A0}" type="parTrans" cxnId="{5CEEC9FF-FD61-40D4-A93A-D698B0D9C454}">
      <dgm:prSet/>
      <dgm:spPr/>
      <dgm:t>
        <a:bodyPr/>
        <a:lstStyle/>
        <a:p>
          <a:endParaRPr lang="en-US"/>
        </a:p>
      </dgm:t>
    </dgm:pt>
    <dgm:pt modelId="{2F444205-77FE-4DA0-B431-651C553EC024}" type="sibTrans" cxnId="{5CEEC9FF-FD61-40D4-A93A-D698B0D9C454}">
      <dgm:prSet/>
      <dgm:spPr/>
      <dgm:t>
        <a:bodyPr/>
        <a:lstStyle/>
        <a:p>
          <a:endParaRPr lang="en-US"/>
        </a:p>
      </dgm:t>
    </dgm:pt>
    <dgm:pt modelId="{BEFDB4A1-FAE8-46E5-9E16-EBBF728125DE}">
      <dgm:prSet/>
      <dgm:spPr/>
      <dgm:t>
        <a:bodyPr/>
        <a:lstStyle/>
        <a:p>
          <a:r>
            <a:rPr lang="en-GB" dirty="0">
              <a:solidFill>
                <a:schemeClr val="bg1"/>
              </a:solidFill>
            </a:rPr>
            <a:t>This kind of attack is mainly categorised by sending a very large ICMP echo request packet, intending to incite an unobtainability of network services among connected multiple operating systems by generating bugs or causing programming errors in vulnerable software. </a:t>
          </a:r>
          <a:endParaRPr lang="en-US" dirty="0">
            <a:solidFill>
              <a:schemeClr val="bg1"/>
            </a:solidFill>
          </a:endParaRPr>
        </a:p>
      </dgm:t>
    </dgm:pt>
    <dgm:pt modelId="{0A2D025B-566E-4566-85BE-CF88863E295A}" type="parTrans" cxnId="{2A911E2F-AB80-4E4A-9726-0D68701860B6}">
      <dgm:prSet/>
      <dgm:spPr/>
      <dgm:t>
        <a:bodyPr/>
        <a:lstStyle/>
        <a:p>
          <a:endParaRPr lang="en-US"/>
        </a:p>
      </dgm:t>
    </dgm:pt>
    <dgm:pt modelId="{64C7F77D-6B43-45B3-8E9B-67E8EE9D4782}" type="sibTrans" cxnId="{2A911E2F-AB80-4E4A-9726-0D68701860B6}">
      <dgm:prSet/>
      <dgm:spPr/>
      <dgm:t>
        <a:bodyPr/>
        <a:lstStyle/>
        <a:p>
          <a:endParaRPr lang="en-US"/>
        </a:p>
      </dgm:t>
    </dgm:pt>
    <dgm:pt modelId="{C301D794-9802-49B4-BEB5-60790452E9E8}">
      <dgm:prSet/>
      <dgm:spPr/>
      <dgm:t>
        <a:bodyPr/>
        <a:lstStyle/>
        <a:p>
          <a:r>
            <a:rPr lang="en-GB" dirty="0">
              <a:solidFill>
                <a:schemeClr val="bg1"/>
              </a:solidFill>
            </a:rPr>
            <a:t>An “ICMP echo request” packet thus is considered as an attack when its size is superior to 65.535 bytes. Notice that this encoded rule simultaneously belongs to misuse-based and network-based IDSs.</a:t>
          </a:r>
          <a:endParaRPr lang="en-US" dirty="0">
            <a:solidFill>
              <a:schemeClr val="bg1"/>
            </a:solidFill>
          </a:endParaRPr>
        </a:p>
      </dgm:t>
    </dgm:pt>
    <dgm:pt modelId="{E8B600D8-0CE2-4002-AE06-47E19CD55984}" type="parTrans" cxnId="{BF339575-2CF4-4625-8225-A8FCEFD20206}">
      <dgm:prSet/>
      <dgm:spPr/>
      <dgm:t>
        <a:bodyPr/>
        <a:lstStyle/>
        <a:p>
          <a:endParaRPr lang="en-US"/>
        </a:p>
      </dgm:t>
    </dgm:pt>
    <dgm:pt modelId="{FB42C6A3-524D-4909-BD29-7A90024EF76D}" type="sibTrans" cxnId="{BF339575-2CF4-4625-8225-A8FCEFD20206}">
      <dgm:prSet/>
      <dgm:spPr/>
      <dgm:t>
        <a:bodyPr/>
        <a:lstStyle/>
        <a:p>
          <a:endParaRPr lang="en-US"/>
        </a:p>
      </dgm:t>
    </dgm:pt>
    <dgm:pt modelId="{A075A906-058C-4234-A1D5-97F249D5E08B}" type="pres">
      <dgm:prSet presAssocID="{E6E8DBBB-09B5-4F84-9C7E-4D619BDEC0C8}" presName="linear" presStyleCnt="0">
        <dgm:presLayoutVars>
          <dgm:animLvl val="lvl"/>
          <dgm:resizeHandles val="exact"/>
        </dgm:presLayoutVars>
      </dgm:prSet>
      <dgm:spPr/>
    </dgm:pt>
    <dgm:pt modelId="{BBCC7A2D-3F62-45C4-AA27-860E20ABCA7A}" type="pres">
      <dgm:prSet presAssocID="{F5064179-91B7-4AC3-9A60-2F068F1F6D22}" presName="parentText" presStyleLbl="node1" presStyleIdx="0" presStyleCnt="3">
        <dgm:presLayoutVars>
          <dgm:chMax val="0"/>
          <dgm:bulletEnabled val="1"/>
        </dgm:presLayoutVars>
      </dgm:prSet>
      <dgm:spPr/>
    </dgm:pt>
    <dgm:pt modelId="{7C7779B5-E218-46D0-9309-890F64EF5057}" type="pres">
      <dgm:prSet presAssocID="{2F444205-77FE-4DA0-B431-651C553EC024}" presName="spacer" presStyleCnt="0"/>
      <dgm:spPr/>
    </dgm:pt>
    <dgm:pt modelId="{534AA2D9-EC14-4BE3-B8DA-F357F596E256}" type="pres">
      <dgm:prSet presAssocID="{BEFDB4A1-FAE8-46E5-9E16-EBBF728125DE}" presName="parentText" presStyleLbl="node1" presStyleIdx="1" presStyleCnt="3">
        <dgm:presLayoutVars>
          <dgm:chMax val="0"/>
          <dgm:bulletEnabled val="1"/>
        </dgm:presLayoutVars>
      </dgm:prSet>
      <dgm:spPr/>
    </dgm:pt>
    <dgm:pt modelId="{CE9B27D7-D2D6-4760-A233-125AA037750D}" type="pres">
      <dgm:prSet presAssocID="{64C7F77D-6B43-45B3-8E9B-67E8EE9D4782}" presName="spacer" presStyleCnt="0"/>
      <dgm:spPr/>
    </dgm:pt>
    <dgm:pt modelId="{E5950E83-3581-4983-8817-6981C1884603}" type="pres">
      <dgm:prSet presAssocID="{C301D794-9802-49B4-BEB5-60790452E9E8}" presName="parentText" presStyleLbl="node1" presStyleIdx="2" presStyleCnt="3">
        <dgm:presLayoutVars>
          <dgm:chMax val="0"/>
          <dgm:bulletEnabled val="1"/>
        </dgm:presLayoutVars>
      </dgm:prSet>
      <dgm:spPr/>
    </dgm:pt>
  </dgm:ptLst>
  <dgm:cxnLst>
    <dgm:cxn modelId="{79202424-6CA4-46C8-9DD7-6C6873BB3B57}" type="presOf" srcId="{BEFDB4A1-FAE8-46E5-9E16-EBBF728125DE}" destId="{534AA2D9-EC14-4BE3-B8DA-F357F596E256}" srcOrd="0" destOrd="0" presId="urn:microsoft.com/office/officeart/2005/8/layout/vList2"/>
    <dgm:cxn modelId="{2A911E2F-AB80-4E4A-9726-0D68701860B6}" srcId="{E6E8DBBB-09B5-4F84-9C7E-4D619BDEC0C8}" destId="{BEFDB4A1-FAE8-46E5-9E16-EBBF728125DE}" srcOrd="1" destOrd="0" parTransId="{0A2D025B-566E-4566-85BE-CF88863E295A}" sibTransId="{64C7F77D-6B43-45B3-8E9B-67E8EE9D4782}"/>
    <dgm:cxn modelId="{4C501E5E-5258-4944-97D4-071884DAF380}" type="presOf" srcId="{E6E8DBBB-09B5-4F84-9C7E-4D619BDEC0C8}" destId="{A075A906-058C-4234-A1D5-97F249D5E08B}" srcOrd="0" destOrd="0" presId="urn:microsoft.com/office/officeart/2005/8/layout/vList2"/>
    <dgm:cxn modelId="{BF339575-2CF4-4625-8225-A8FCEFD20206}" srcId="{E6E8DBBB-09B5-4F84-9C7E-4D619BDEC0C8}" destId="{C301D794-9802-49B4-BEB5-60790452E9E8}" srcOrd="2" destOrd="0" parTransId="{E8B600D8-0CE2-4002-AE06-47E19CD55984}" sibTransId="{FB42C6A3-524D-4909-BD29-7A90024EF76D}"/>
    <dgm:cxn modelId="{99B2F084-AB37-465E-BC70-D8E594F007F5}" type="presOf" srcId="{F5064179-91B7-4AC3-9A60-2F068F1F6D22}" destId="{BBCC7A2D-3F62-45C4-AA27-860E20ABCA7A}" srcOrd="0" destOrd="0" presId="urn:microsoft.com/office/officeart/2005/8/layout/vList2"/>
    <dgm:cxn modelId="{04DDE4F2-2975-4617-B40B-C6C164EC209D}" type="presOf" srcId="{C301D794-9802-49B4-BEB5-60790452E9E8}" destId="{E5950E83-3581-4983-8817-6981C1884603}" srcOrd="0" destOrd="0" presId="urn:microsoft.com/office/officeart/2005/8/layout/vList2"/>
    <dgm:cxn modelId="{5CEEC9FF-FD61-40D4-A93A-D698B0D9C454}" srcId="{E6E8DBBB-09B5-4F84-9C7E-4D619BDEC0C8}" destId="{F5064179-91B7-4AC3-9A60-2F068F1F6D22}" srcOrd="0" destOrd="0" parTransId="{D39882B8-AFCA-4310-AC51-A1245DA835A0}" sibTransId="{2F444205-77FE-4DA0-B431-651C553EC024}"/>
    <dgm:cxn modelId="{B827B384-D3B4-4B24-868F-469C8D4B487B}" type="presParOf" srcId="{A075A906-058C-4234-A1D5-97F249D5E08B}" destId="{BBCC7A2D-3F62-45C4-AA27-860E20ABCA7A}" srcOrd="0" destOrd="0" presId="urn:microsoft.com/office/officeart/2005/8/layout/vList2"/>
    <dgm:cxn modelId="{96B8BA62-725F-4719-8BF6-49E1D5384CD7}" type="presParOf" srcId="{A075A906-058C-4234-A1D5-97F249D5E08B}" destId="{7C7779B5-E218-46D0-9309-890F64EF5057}" srcOrd="1" destOrd="0" presId="urn:microsoft.com/office/officeart/2005/8/layout/vList2"/>
    <dgm:cxn modelId="{C1736F5A-E4B7-403E-9D1D-DD29F85D3213}" type="presParOf" srcId="{A075A906-058C-4234-A1D5-97F249D5E08B}" destId="{534AA2D9-EC14-4BE3-B8DA-F357F596E256}" srcOrd="2" destOrd="0" presId="urn:microsoft.com/office/officeart/2005/8/layout/vList2"/>
    <dgm:cxn modelId="{AD929812-EC1F-4224-8F95-D52ECDD5FBC6}" type="presParOf" srcId="{A075A906-058C-4234-A1D5-97F249D5E08B}" destId="{CE9B27D7-D2D6-4760-A233-125AA037750D}" srcOrd="3" destOrd="0" presId="urn:microsoft.com/office/officeart/2005/8/layout/vList2"/>
    <dgm:cxn modelId="{D97A92B4-4771-4ACB-BFA4-E3BACF4B0A2F}" type="presParOf" srcId="{A075A906-058C-4234-A1D5-97F249D5E08B}" destId="{E5950E83-3581-4983-8817-6981C1884603}"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09619B-1B8D-4F9E-9064-E4C50A8A1CA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6D90B9E-7273-4941-B0A6-4B1EDA4577C0}">
      <dgm:prSet/>
      <dgm:spPr/>
      <dgm:t>
        <a:bodyPr/>
        <a:lstStyle/>
        <a:p>
          <a:pPr>
            <a:lnSpc>
              <a:spcPct val="100000"/>
            </a:lnSpc>
          </a:pPr>
          <a:r>
            <a:rPr lang="en-GB" dirty="0">
              <a:solidFill>
                <a:schemeClr val="bg1"/>
              </a:solidFill>
            </a:rPr>
            <a:t>Anomaly IDS—that are looking for abnormal behaviour of a monitored user or system. It is more effective for detection of unknown, new types of attacks.</a:t>
          </a:r>
          <a:endParaRPr lang="en-US" dirty="0">
            <a:solidFill>
              <a:schemeClr val="bg1"/>
            </a:solidFill>
          </a:endParaRPr>
        </a:p>
      </dgm:t>
    </dgm:pt>
    <dgm:pt modelId="{989FD8C3-033B-46E2-8D88-ED0B8B82A276}" type="parTrans" cxnId="{00BDE74F-6211-4BBC-90E1-BF4B454C3A9A}">
      <dgm:prSet/>
      <dgm:spPr/>
      <dgm:t>
        <a:bodyPr/>
        <a:lstStyle/>
        <a:p>
          <a:endParaRPr lang="en-US"/>
        </a:p>
      </dgm:t>
    </dgm:pt>
    <dgm:pt modelId="{C8239452-E329-4DDE-A4FF-9F0A6AA74599}" type="sibTrans" cxnId="{00BDE74F-6211-4BBC-90E1-BF4B454C3A9A}">
      <dgm:prSet/>
      <dgm:spPr/>
      <dgm:t>
        <a:bodyPr/>
        <a:lstStyle/>
        <a:p>
          <a:endParaRPr lang="en-US"/>
        </a:p>
      </dgm:t>
    </dgm:pt>
    <dgm:pt modelId="{E2739BA7-94E4-4838-ABC0-AB1F71DC1686}">
      <dgm:prSet/>
      <dgm:spPr/>
      <dgm:t>
        <a:bodyPr/>
        <a:lstStyle/>
        <a:p>
          <a:pPr>
            <a:lnSpc>
              <a:spcPct val="100000"/>
            </a:lnSpc>
          </a:pPr>
          <a:r>
            <a:rPr lang="en-GB" dirty="0">
              <a:solidFill>
                <a:schemeClr val="bg1"/>
              </a:solidFill>
            </a:rPr>
            <a:t>Misuse IDS—targeted for detection of well-known attacks, thanks to comparison of analysed data with the data that is specific to attack behaviours (so-called signatures).</a:t>
          </a:r>
          <a:endParaRPr lang="en-US" dirty="0">
            <a:solidFill>
              <a:schemeClr val="bg1"/>
            </a:solidFill>
          </a:endParaRPr>
        </a:p>
      </dgm:t>
    </dgm:pt>
    <dgm:pt modelId="{766D9D00-9759-4126-9077-72260EE6A6FD}" type="parTrans" cxnId="{E75B27FF-AAF5-4A92-ABDA-E6C8D96923B3}">
      <dgm:prSet/>
      <dgm:spPr/>
      <dgm:t>
        <a:bodyPr/>
        <a:lstStyle/>
        <a:p>
          <a:endParaRPr lang="en-US"/>
        </a:p>
      </dgm:t>
    </dgm:pt>
    <dgm:pt modelId="{74EA6441-308B-46F2-BDDA-592495151B69}" type="sibTrans" cxnId="{E75B27FF-AAF5-4A92-ABDA-E6C8D96923B3}">
      <dgm:prSet/>
      <dgm:spPr/>
      <dgm:t>
        <a:bodyPr/>
        <a:lstStyle/>
        <a:p>
          <a:endParaRPr lang="en-US"/>
        </a:p>
      </dgm:t>
    </dgm:pt>
    <dgm:pt modelId="{68AA71EB-2ED9-485D-8E68-9C532CAD6AD7}" type="pres">
      <dgm:prSet presAssocID="{9409619B-1B8D-4F9E-9064-E4C50A8A1CAE}" presName="root" presStyleCnt="0">
        <dgm:presLayoutVars>
          <dgm:dir/>
          <dgm:resizeHandles val="exact"/>
        </dgm:presLayoutVars>
      </dgm:prSet>
      <dgm:spPr/>
    </dgm:pt>
    <dgm:pt modelId="{BB23522F-FD75-47BB-8C5F-1C30F10FC706}" type="pres">
      <dgm:prSet presAssocID="{26D90B9E-7273-4941-B0A6-4B1EDA4577C0}" presName="compNode" presStyleCnt="0"/>
      <dgm:spPr/>
    </dgm:pt>
    <dgm:pt modelId="{F99AA75E-58EB-4455-903C-555E8B1C81BE}" type="pres">
      <dgm:prSet presAssocID="{26D90B9E-7273-4941-B0A6-4B1EDA4577C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udience"/>
        </a:ext>
      </dgm:extLst>
    </dgm:pt>
    <dgm:pt modelId="{1EECFBE6-1275-4301-A04D-D398D2E4A1CA}" type="pres">
      <dgm:prSet presAssocID="{26D90B9E-7273-4941-B0A6-4B1EDA4577C0}" presName="spaceRect" presStyleCnt="0"/>
      <dgm:spPr/>
    </dgm:pt>
    <dgm:pt modelId="{53204587-4EDB-45A0-96E0-EF53C5BF03A1}" type="pres">
      <dgm:prSet presAssocID="{26D90B9E-7273-4941-B0A6-4B1EDA4577C0}" presName="textRect" presStyleLbl="revTx" presStyleIdx="0" presStyleCnt="2">
        <dgm:presLayoutVars>
          <dgm:chMax val="1"/>
          <dgm:chPref val="1"/>
        </dgm:presLayoutVars>
      </dgm:prSet>
      <dgm:spPr/>
    </dgm:pt>
    <dgm:pt modelId="{30108F72-E651-4184-BB40-1D21883D9697}" type="pres">
      <dgm:prSet presAssocID="{C8239452-E329-4DDE-A4FF-9F0A6AA74599}" presName="sibTrans" presStyleCnt="0"/>
      <dgm:spPr/>
    </dgm:pt>
    <dgm:pt modelId="{2E49AD62-9482-49CB-B6B7-7C7E718F2D8D}" type="pres">
      <dgm:prSet presAssocID="{E2739BA7-94E4-4838-ABC0-AB1F71DC1686}" presName="compNode" presStyleCnt="0"/>
      <dgm:spPr/>
    </dgm:pt>
    <dgm:pt modelId="{A750CBFF-9522-40C4-8A3E-B17C12A03EA9}" type="pres">
      <dgm:prSet presAssocID="{E2739BA7-94E4-4838-ABC0-AB1F71DC168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C0191B1E-3921-4D6D-84A0-2C3ABA11AD89}" type="pres">
      <dgm:prSet presAssocID="{E2739BA7-94E4-4838-ABC0-AB1F71DC1686}" presName="spaceRect" presStyleCnt="0"/>
      <dgm:spPr/>
    </dgm:pt>
    <dgm:pt modelId="{8E778A50-E4EF-48AF-8DE4-121856EE9988}" type="pres">
      <dgm:prSet presAssocID="{E2739BA7-94E4-4838-ABC0-AB1F71DC1686}" presName="textRect" presStyleLbl="revTx" presStyleIdx="1" presStyleCnt="2">
        <dgm:presLayoutVars>
          <dgm:chMax val="1"/>
          <dgm:chPref val="1"/>
        </dgm:presLayoutVars>
      </dgm:prSet>
      <dgm:spPr/>
    </dgm:pt>
  </dgm:ptLst>
  <dgm:cxnLst>
    <dgm:cxn modelId="{BA546F15-A10A-48EE-90D4-CC97C4242A3D}" type="presOf" srcId="{E2739BA7-94E4-4838-ABC0-AB1F71DC1686}" destId="{8E778A50-E4EF-48AF-8DE4-121856EE9988}" srcOrd="0" destOrd="0" presId="urn:microsoft.com/office/officeart/2018/2/layout/IconLabelList"/>
    <dgm:cxn modelId="{B826E92A-9D62-4A24-B7D2-E8CB49E1075C}" type="presOf" srcId="{9409619B-1B8D-4F9E-9064-E4C50A8A1CAE}" destId="{68AA71EB-2ED9-485D-8E68-9C532CAD6AD7}" srcOrd="0" destOrd="0" presId="urn:microsoft.com/office/officeart/2018/2/layout/IconLabelList"/>
    <dgm:cxn modelId="{00BDE74F-6211-4BBC-90E1-BF4B454C3A9A}" srcId="{9409619B-1B8D-4F9E-9064-E4C50A8A1CAE}" destId="{26D90B9E-7273-4941-B0A6-4B1EDA4577C0}" srcOrd="0" destOrd="0" parTransId="{989FD8C3-033B-46E2-8D88-ED0B8B82A276}" sibTransId="{C8239452-E329-4DDE-A4FF-9F0A6AA74599}"/>
    <dgm:cxn modelId="{C0DE83E9-3FD9-460D-AC3C-12EC4A9A2E14}" type="presOf" srcId="{26D90B9E-7273-4941-B0A6-4B1EDA4577C0}" destId="{53204587-4EDB-45A0-96E0-EF53C5BF03A1}" srcOrd="0" destOrd="0" presId="urn:microsoft.com/office/officeart/2018/2/layout/IconLabelList"/>
    <dgm:cxn modelId="{E75B27FF-AAF5-4A92-ABDA-E6C8D96923B3}" srcId="{9409619B-1B8D-4F9E-9064-E4C50A8A1CAE}" destId="{E2739BA7-94E4-4838-ABC0-AB1F71DC1686}" srcOrd="1" destOrd="0" parTransId="{766D9D00-9759-4126-9077-72260EE6A6FD}" sibTransId="{74EA6441-308B-46F2-BDDA-592495151B69}"/>
    <dgm:cxn modelId="{32D18605-20CE-46A4-BB10-96FFD45C6741}" type="presParOf" srcId="{68AA71EB-2ED9-485D-8E68-9C532CAD6AD7}" destId="{BB23522F-FD75-47BB-8C5F-1C30F10FC706}" srcOrd="0" destOrd="0" presId="urn:microsoft.com/office/officeart/2018/2/layout/IconLabelList"/>
    <dgm:cxn modelId="{55C96D8D-A94B-4C0A-AE68-B3094ED47A81}" type="presParOf" srcId="{BB23522F-FD75-47BB-8C5F-1C30F10FC706}" destId="{F99AA75E-58EB-4455-903C-555E8B1C81BE}" srcOrd="0" destOrd="0" presId="urn:microsoft.com/office/officeart/2018/2/layout/IconLabelList"/>
    <dgm:cxn modelId="{541DFB83-351B-40BE-99CC-7104E8285CF5}" type="presParOf" srcId="{BB23522F-FD75-47BB-8C5F-1C30F10FC706}" destId="{1EECFBE6-1275-4301-A04D-D398D2E4A1CA}" srcOrd="1" destOrd="0" presId="urn:microsoft.com/office/officeart/2018/2/layout/IconLabelList"/>
    <dgm:cxn modelId="{67EDA8D2-A256-4066-B292-D431A0F649EA}" type="presParOf" srcId="{BB23522F-FD75-47BB-8C5F-1C30F10FC706}" destId="{53204587-4EDB-45A0-96E0-EF53C5BF03A1}" srcOrd="2" destOrd="0" presId="urn:microsoft.com/office/officeart/2018/2/layout/IconLabelList"/>
    <dgm:cxn modelId="{81893E5C-0274-4321-A5F2-E09C409022A0}" type="presParOf" srcId="{68AA71EB-2ED9-485D-8E68-9C532CAD6AD7}" destId="{30108F72-E651-4184-BB40-1D21883D9697}" srcOrd="1" destOrd="0" presId="urn:microsoft.com/office/officeart/2018/2/layout/IconLabelList"/>
    <dgm:cxn modelId="{ABCFB676-905E-4233-8477-933549E0066D}" type="presParOf" srcId="{68AA71EB-2ED9-485D-8E68-9C532CAD6AD7}" destId="{2E49AD62-9482-49CB-B6B7-7C7E718F2D8D}" srcOrd="2" destOrd="0" presId="urn:microsoft.com/office/officeart/2018/2/layout/IconLabelList"/>
    <dgm:cxn modelId="{BA5396EA-A9B9-47FD-BEEE-575D6FD6D13B}" type="presParOf" srcId="{2E49AD62-9482-49CB-B6B7-7C7E718F2D8D}" destId="{A750CBFF-9522-40C4-8A3E-B17C12A03EA9}" srcOrd="0" destOrd="0" presId="urn:microsoft.com/office/officeart/2018/2/layout/IconLabelList"/>
    <dgm:cxn modelId="{0E57F4B0-B3AF-487A-A70E-15F9F323FD18}" type="presParOf" srcId="{2E49AD62-9482-49CB-B6B7-7C7E718F2D8D}" destId="{C0191B1E-3921-4D6D-84A0-2C3ABA11AD89}" srcOrd="1" destOrd="0" presId="urn:microsoft.com/office/officeart/2018/2/layout/IconLabelList"/>
    <dgm:cxn modelId="{7CD55398-7E07-4E4F-A776-CC630D7E633B}" type="presParOf" srcId="{2E49AD62-9482-49CB-B6B7-7C7E718F2D8D}" destId="{8E778A50-E4EF-48AF-8DE4-121856EE9988}" srcOrd="2" destOrd="0" presId="urn:microsoft.com/office/officeart/2018/2/layout/IconLabelLis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01CF20D-CA8B-4C3A-9C31-EA2AF590217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3F0236D-7D70-43BF-A7E0-C9FEED5FBA5D}">
      <dgm:prSet custT="1"/>
      <dgm:spPr/>
      <dgm:t>
        <a:bodyPr/>
        <a:lstStyle/>
        <a:p>
          <a:pPr>
            <a:lnSpc>
              <a:spcPct val="100000"/>
            </a:lnSpc>
          </a:pPr>
          <a:r>
            <a:rPr lang="en-GB" sz="1600" dirty="0">
              <a:solidFill>
                <a:schemeClr val="bg1"/>
              </a:solidFill>
            </a:rPr>
            <a:t>Active—that after finding the attack the IDS attempts to block it for instance, by modifying firewall rules in order to block traffic from suspicious IP addresses or disconnecting the network. Active IDS are called </a:t>
          </a:r>
          <a:r>
            <a:rPr lang="en-GB" sz="1600" i="1" u="sng" dirty="0">
              <a:solidFill>
                <a:schemeClr val="bg1"/>
              </a:solidFill>
            </a:rPr>
            <a:t>Intrusion Prevention Systems </a:t>
          </a:r>
          <a:r>
            <a:rPr lang="en-GB" sz="1600" dirty="0">
              <a:solidFill>
                <a:schemeClr val="bg1"/>
              </a:solidFill>
            </a:rPr>
            <a:t>(IPSs).</a:t>
          </a:r>
          <a:endParaRPr lang="en-US" sz="1600" dirty="0">
            <a:solidFill>
              <a:schemeClr val="bg1"/>
            </a:solidFill>
          </a:endParaRPr>
        </a:p>
      </dgm:t>
    </dgm:pt>
    <dgm:pt modelId="{912D482A-865A-4CB9-9D13-9BFAAE04B223}" type="parTrans" cxnId="{1F45D58E-B38A-4A0A-A8B7-158172A83B4C}">
      <dgm:prSet/>
      <dgm:spPr/>
      <dgm:t>
        <a:bodyPr/>
        <a:lstStyle/>
        <a:p>
          <a:endParaRPr lang="en-US"/>
        </a:p>
      </dgm:t>
    </dgm:pt>
    <dgm:pt modelId="{F15CD081-B187-4E82-9D07-6A6B10550E1A}" type="sibTrans" cxnId="{1F45D58E-B38A-4A0A-A8B7-158172A83B4C}">
      <dgm:prSet/>
      <dgm:spPr/>
      <dgm:t>
        <a:bodyPr/>
        <a:lstStyle/>
        <a:p>
          <a:endParaRPr lang="en-US"/>
        </a:p>
      </dgm:t>
    </dgm:pt>
    <dgm:pt modelId="{30D5F729-2111-40C2-B2BD-87198162B9A1}">
      <dgm:prSet custT="1"/>
      <dgm:spPr/>
      <dgm:t>
        <a:bodyPr/>
        <a:lstStyle/>
        <a:p>
          <a:pPr>
            <a:lnSpc>
              <a:spcPct val="100000"/>
            </a:lnSpc>
          </a:pPr>
          <a:r>
            <a:rPr lang="en-GB" sz="1600" dirty="0">
              <a:solidFill>
                <a:schemeClr val="bg1"/>
              </a:solidFill>
            </a:rPr>
            <a:t>Passive—that transfer only information about the attack to a human administrator</a:t>
          </a:r>
          <a:endParaRPr lang="en-US" sz="1600" dirty="0">
            <a:solidFill>
              <a:schemeClr val="bg1"/>
            </a:solidFill>
          </a:endParaRPr>
        </a:p>
      </dgm:t>
    </dgm:pt>
    <dgm:pt modelId="{1C37153D-D2EB-491F-A65A-0A0D51378C51}" type="parTrans" cxnId="{7D84F92D-1644-4328-BB58-13A2092D95AB}">
      <dgm:prSet/>
      <dgm:spPr/>
      <dgm:t>
        <a:bodyPr/>
        <a:lstStyle/>
        <a:p>
          <a:endParaRPr lang="en-US"/>
        </a:p>
      </dgm:t>
    </dgm:pt>
    <dgm:pt modelId="{C8EF9E2E-9829-48ED-B6A2-0BEB48DF72B8}" type="sibTrans" cxnId="{7D84F92D-1644-4328-BB58-13A2092D95AB}">
      <dgm:prSet/>
      <dgm:spPr/>
      <dgm:t>
        <a:bodyPr/>
        <a:lstStyle/>
        <a:p>
          <a:endParaRPr lang="en-US"/>
        </a:p>
      </dgm:t>
    </dgm:pt>
    <dgm:pt modelId="{CBE07755-13D2-4500-9F9B-D2FA53E777C4}" type="pres">
      <dgm:prSet presAssocID="{D01CF20D-CA8B-4C3A-9C31-EA2AF5902170}" presName="root" presStyleCnt="0">
        <dgm:presLayoutVars>
          <dgm:dir/>
          <dgm:resizeHandles val="exact"/>
        </dgm:presLayoutVars>
      </dgm:prSet>
      <dgm:spPr/>
    </dgm:pt>
    <dgm:pt modelId="{7F07996D-3052-44DB-9F09-004A39C98768}" type="pres">
      <dgm:prSet presAssocID="{93F0236D-7D70-43BF-A7E0-C9FEED5FBA5D}" presName="compNode" presStyleCnt="0"/>
      <dgm:spPr/>
    </dgm:pt>
    <dgm:pt modelId="{43BA7AA6-E8DD-40B3-8DFD-9FF0D190BD76}" type="pres">
      <dgm:prSet presAssocID="{93F0236D-7D70-43BF-A7E0-C9FEED5FBA5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EE89C4DC-3073-4CCB-B5ED-E95E402BC763}" type="pres">
      <dgm:prSet presAssocID="{93F0236D-7D70-43BF-A7E0-C9FEED5FBA5D}" presName="spaceRect" presStyleCnt="0"/>
      <dgm:spPr/>
    </dgm:pt>
    <dgm:pt modelId="{936A55E8-1107-4CCB-8957-758C1AB5FAA7}" type="pres">
      <dgm:prSet presAssocID="{93F0236D-7D70-43BF-A7E0-C9FEED5FBA5D}" presName="textRect" presStyleLbl="revTx" presStyleIdx="0" presStyleCnt="2">
        <dgm:presLayoutVars>
          <dgm:chMax val="1"/>
          <dgm:chPref val="1"/>
        </dgm:presLayoutVars>
      </dgm:prSet>
      <dgm:spPr/>
    </dgm:pt>
    <dgm:pt modelId="{2D9DB69F-027B-4E62-9191-2B32FF3A0D69}" type="pres">
      <dgm:prSet presAssocID="{F15CD081-B187-4E82-9D07-6A6B10550E1A}" presName="sibTrans" presStyleCnt="0"/>
      <dgm:spPr/>
    </dgm:pt>
    <dgm:pt modelId="{ACF3DB64-5381-4068-A692-E64A91F55375}" type="pres">
      <dgm:prSet presAssocID="{30D5F729-2111-40C2-B2BD-87198162B9A1}" presName="compNode" presStyleCnt="0"/>
      <dgm:spPr/>
    </dgm:pt>
    <dgm:pt modelId="{2E1325C9-6ECA-4F57-BF98-EC3E7972CE30}" type="pres">
      <dgm:prSet presAssocID="{30D5F729-2111-40C2-B2BD-87198162B9A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2A6F4A74-87B8-458B-9B9C-042C4F560C78}" type="pres">
      <dgm:prSet presAssocID="{30D5F729-2111-40C2-B2BD-87198162B9A1}" presName="spaceRect" presStyleCnt="0"/>
      <dgm:spPr/>
    </dgm:pt>
    <dgm:pt modelId="{5ABFAD83-8E7B-4AFA-AB6B-E77C75BF6603}" type="pres">
      <dgm:prSet presAssocID="{30D5F729-2111-40C2-B2BD-87198162B9A1}" presName="textRect" presStyleLbl="revTx" presStyleIdx="1" presStyleCnt="2">
        <dgm:presLayoutVars>
          <dgm:chMax val="1"/>
          <dgm:chPref val="1"/>
        </dgm:presLayoutVars>
      </dgm:prSet>
      <dgm:spPr/>
    </dgm:pt>
  </dgm:ptLst>
  <dgm:cxnLst>
    <dgm:cxn modelId="{2100BC1B-9D4A-4CE4-8F20-6848BFF99165}" type="presOf" srcId="{30D5F729-2111-40C2-B2BD-87198162B9A1}" destId="{5ABFAD83-8E7B-4AFA-AB6B-E77C75BF6603}" srcOrd="0" destOrd="0" presId="urn:microsoft.com/office/officeart/2018/2/layout/IconLabelList"/>
    <dgm:cxn modelId="{42CC8A1D-9B1A-44D9-9DEA-51E7CAAF6B0E}" type="presOf" srcId="{93F0236D-7D70-43BF-A7E0-C9FEED5FBA5D}" destId="{936A55E8-1107-4CCB-8957-758C1AB5FAA7}" srcOrd="0" destOrd="0" presId="urn:microsoft.com/office/officeart/2018/2/layout/IconLabelList"/>
    <dgm:cxn modelId="{7D84F92D-1644-4328-BB58-13A2092D95AB}" srcId="{D01CF20D-CA8B-4C3A-9C31-EA2AF5902170}" destId="{30D5F729-2111-40C2-B2BD-87198162B9A1}" srcOrd="1" destOrd="0" parTransId="{1C37153D-D2EB-491F-A65A-0A0D51378C51}" sibTransId="{C8EF9E2E-9829-48ED-B6A2-0BEB48DF72B8}"/>
    <dgm:cxn modelId="{1F45D58E-B38A-4A0A-A8B7-158172A83B4C}" srcId="{D01CF20D-CA8B-4C3A-9C31-EA2AF5902170}" destId="{93F0236D-7D70-43BF-A7E0-C9FEED5FBA5D}" srcOrd="0" destOrd="0" parTransId="{912D482A-865A-4CB9-9D13-9BFAAE04B223}" sibTransId="{F15CD081-B187-4E82-9D07-6A6B10550E1A}"/>
    <dgm:cxn modelId="{9188C4F5-ABD4-4CFB-A48C-FB7D360B8746}" type="presOf" srcId="{D01CF20D-CA8B-4C3A-9C31-EA2AF5902170}" destId="{CBE07755-13D2-4500-9F9B-D2FA53E777C4}" srcOrd="0" destOrd="0" presId="urn:microsoft.com/office/officeart/2018/2/layout/IconLabelList"/>
    <dgm:cxn modelId="{A2B15FAB-0428-45C1-87C3-87A8E7E8DA50}" type="presParOf" srcId="{CBE07755-13D2-4500-9F9B-D2FA53E777C4}" destId="{7F07996D-3052-44DB-9F09-004A39C98768}" srcOrd="0" destOrd="0" presId="urn:microsoft.com/office/officeart/2018/2/layout/IconLabelList"/>
    <dgm:cxn modelId="{06236F78-FC67-4347-A564-1A49FF7E2595}" type="presParOf" srcId="{7F07996D-3052-44DB-9F09-004A39C98768}" destId="{43BA7AA6-E8DD-40B3-8DFD-9FF0D190BD76}" srcOrd="0" destOrd="0" presId="urn:microsoft.com/office/officeart/2018/2/layout/IconLabelList"/>
    <dgm:cxn modelId="{C4C91880-466B-4418-9D34-484D73AB8C75}" type="presParOf" srcId="{7F07996D-3052-44DB-9F09-004A39C98768}" destId="{EE89C4DC-3073-4CCB-B5ED-E95E402BC763}" srcOrd="1" destOrd="0" presId="urn:microsoft.com/office/officeart/2018/2/layout/IconLabelList"/>
    <dgm:cxn modelId="{6412C766-7519-4302-BBC6-3DC659ED40BF}" type="presParOf" srcId="{7F07996D-3052-44DB-9F09-004A39C98768}" destId="{936A55E8-1107-4CCB-8957-758C1AB5FAA7}" srcOrd="2" destOrd="0" presId="urn:microsoft.com/office/officeart/2018/2/layout/IconLabelList"/>
    <dgm:cxn modelId="{60BFFF58-80C4-441F-9F19-8473DFD6BEFC}" type="presParOf" srcId="{CBE07755-13D2-4500-9F9B-D2FA53E777C4}" destId="{2D9DB69F-027B-4E62-9191-2B32FF3A0D69}" srcOrd="1" destOrd="0" presId="urn:microsoft.com/office/officeart/2018/2/layout/IconLabelList"/>
    <dgm:cxn modelId="{D73B97E7-06A7-4782-A73F-D1CA16B86101}" type="presParOf" srcId="{CBE07755-13D2-4500-9F9B-D2FA53E777C4}" destId="{ACF3DB64-5381-4068-A692-E64A91F55375}" srcOrd="2" destOrd="0" presId="urn:microsoft.com/office/officeart/2018/2/layout/IconLabelList"/>
    <dgm:cxn modelId="{E8ED13DE-599C-4A9E-A5A3-70CA78ACED34}" type="presParOf" srcId="{ACF3DB64-5381-4068-A692-E64A91F55375}" destId="{2E1325C9-6ECA-4F57-BF98-EC3E7972CE30}" srcOrd="0" destOrd="0" presId="urn:microsoft.com/office/officeart/2018/2/layout/IconLabelList"/>
    <dgm:cxn modelId="{CB95C477-EAC5-462F-9012-18E11CF95274}" type="presParOf" srcId="{ACF3DB64-5381-4068-A692-E64A91F55375}" destId="{2A6F4A74-87B8-458B-9B9C-042C4F560C78}" srcOrd="1" destOrd="0" presId="urn:microsoft.com/office/officeart/2018/2/layout/IconLabelList"/>
    <dgm:cxn modelId="{50197DBE-5A57-4C5C-9E0F-33E1DB9F8034}" type="presParOf" srcId="{ACF3DB64-5381-4068-A692-E64A91F55375}" destId="{5ABFAD83-8E7B-4AFA-AB6B-E77C75BF660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116A16B-96F5-4F31-9462-E132FC824F6F}" type="doc">
      <dgm:prSet loTypeId="urn:microsoft.com/office/officeart/2018/2/layout/IconVerticalSolidList" loCatId="icon" qsTypeId="urn:microsoft.com/office/officeart/2005/8/quickstyle/3d3" qsCatId="3D" csTypeId="urn:microsoft.com/office/officeart/2005/8/colors/accent2_4" csCatId="accent2" phldr="1"/>
      <dgm:spPr/>
      <dgm:t>
        <a:bodyPr/>
        <a:lstStyle/>
        <a:p>
          <a:endParaRPr lang="en-US"/>
        </a:p>
      </dgm:t>
    </dgm:pt>
    <dgm:pt modelId="{9201274D-03D6-4168-9B51-9ED784147263}">
      <dgm:prSet/>
      <dgm:spPr/>
      <dgm:t>
        <a:bodyPr/>
        <a:lstStyle/>
        <a:p>
          <a:pPr>
            <a:lnSpc>
              <a:spcPct val="100000"/>
            </a:lnSpc>
          </a:pPr>
          <a:r>
            <a:rPr lang="en-GB" dirty="0">
              <a:solidFill>
                <a:schemeClr val="bg1"/>
              </a:solidFill>
            </a:rPr>
            <a:t>The main capability provided by Network Intrusion Prevention is the ability to prevent malicious traffic from reaching the target system. </a:t>
          </a:r>
          <a:endParaRPr lang="en-US" dirty="0">
            <a:solidFill>
              <a:schemeClr val="bg1"/>
            </a:solidFill>
          </a:endParaRPr>
        </a:p>
      </dgm:t>
    </dgm:pt>
    <dgm:pt modelId="{3553BA9D-885D-42A7-8892-94779EECB472}" type="parTrans" cxnId="{D73D20B8-9656-4C7D-9AAD-E0B50BE92B5B}">
      <dgm:prSet/>
      <dgm:spPr/>
      <dgm:t>
        <a:bodyPr/>
        <a:lstStyle/>
        <a:p>
          <a:endParaRPr lang="en-US"/>
        </a:p>
      </dgm:t>
    </dgm:pt>
    <dgm:pt modelId="{6F0527B4-9301-43F2-93AC-8CB85ED7E08D}" type="sibTrans" cxnId="{D73D20B8-9656-4C7D-9AAD-E0B50BE92B5B}">
      <dgm:prSet/>
      <dgm:spPr/>
      <dgm:t>
        <a:bodyPr/>
        <a:lstStyle/>
        <a:p>
          <a:endParaRPr lang="en-US"/>
        </a:p>
      </dgm:t>
    </dgm:pt>
    <dgm:pt modelId="{F9472E8C-F095-4C23-8DE3-169E990D929E}">
      <dgm:prSet/>
      <dgm:spPr/>
      <dgm:t>
        <a:bodyPr/>
        <a:lstStyle/>
        <a:p>
          <a:pPr>
            <a:lnSpc>
              <a:spcPct val="100000"/>
            </a:lnSpc>
          </a:pPr>
          <a:r>
            <a:rPr lang="en-GB" dirty="0">
              <a:solidFill>
                <a:schemeClr val="bg1"/>
              </a:solidFill>
            </a:rPr>
            <a:t>Detection systems have been used for years, but each of them always allowed a certain amount of malicious traffic to reach the target systems. </a:t>
          </a:r>
          <a:endParaRPr lang="en-US" dirty="0">
            <a:solidFill>
              <a:schemeClr val="bg1"/>
            </a:solidFill>
          </a:endParaRPr>
        </a:p>
      </dgm:t>
    </dgm:pt>
    <dgm:pt modelId="{23780EA8-EC4E-4110-93CF-37C27237F5EB}" type="parTrans" cxnId="{E5C6C313-835C-45C3-851E-01E8593DB31B}">
      <dgm:prSet/>
      <dgm:spPr/>
      <dgm:t>
        <a:bodyPr/>
        <a:lstStyle/>
        <a:p>
          <a:endParaRPr lang="en-US"/>
        </a:p>
      </dgm:t>
    </dgm:pt>
    <dgm:pt modelId="{AE158238-1EE6-489D-9E70-B5D64BED8201}" type="sibTrans" cxnId="{E5C6C313-835C-45C3-851E-01E8593DB31B}">
      <dgm:prSet/>
      <dgm:spPr/>
      <dgm:t>
        <a:bodyPr/>
        <a:lstStyle/>
        <a:p>
          <a:endParaRPr lang="en-US"/>
        </a:p>
      </dgm:t>
    </dgm:pt>
    <dgm:pt modelId="{78A28B01-1A6E-4A6E-A5B1-824CC5060D56}">
      <dgm:prSet/>
      <dgm:spPr/>
      <dgm:t>
        <a:bodyPr/>
        <a:lstStyle/>
        <a:p>
          <a:pPr>
            <a:lnSpc>
              <a:spcPct val="100000"/>
            </a:lnSpc>
          </a:pPr>
          <a:r>
            <a:rPr lang="en-GB" dirty="0">
              <a:solidFill>
                <a:schemeClr val="bg1"/>
              </a:solidFill>
            </a:rPr>
            <a:t>With the introduction of Intrusion Prevention, you have the ability to proactively defend your network against attack.</a:t>
          </a:r>
          <a:endParaRPr lang="en-US" dirty="0">
            <a:solidFill>
              <a:schemeClr val="bg1"/>
            </a:solidFill>
          </a:endParaRPr>
        </a:p>
      </dgm:t>
    </dgm:pt>
    <dgm:pt modelId="{97F7E70B-5786-454F-BEF5-0E2840B9A765}" type="parTrans" cxnId="{2927040F-9450-4A24-B6E0-5393783E933C}">
      <dgm:prSet/>
      <dgm:spPr/>
      <dgm:t>
        <a:bodyPr/>
        <a:lstStyle/>
        <a:p>
          <a:endParaRPr lang="en-US"/>
        </a:p>
      </dgm:t>
    </dgm:pt>
    <dgm:pt modelId="{1B97B4E6-8650-4C67-8D50-6EB997DB4EA9}" type="sibTrans" cxnId="{2927040F-9450-4A24-B6E0-5393783E933C}">
      <dgm:prSet/>
      <dgm:spPr/>
      <dgm:t>
        <a:bodyPr/>
        <a:lstStyle/>
        <a:p>
          <a:endParaRPr lang="en-US"/>
        </a:p>
      </dgm:t>
    </dgm:pt>
    <dgm:pt modelId="{C682BF7B-9F10-4205-8490-4EB2538A4194}" type="pres">
      <dgm:prSet presAssocID="{3116A16B-96F5-4F31-9462-E132FC824F6F}" presName="root" presStyleCnt="0">
        <dgm:presLayoutVars>
          <dgm:dir/>
          <dgm:resizeHandles val="exact"/>
        </dgm:presLayoutVars>
      </dgm:prSet>
      <dgm:spPr/>
    </dgm:pt>
    <dgm:pt modelId="{7ECF1F7F-17CC-45D3-B2F9-65CB99309085}" type="pres">
      <dgm:prSet presAssocID="{9201274D-03D6-4168-9B51-9ED784147263}" presName="compNode" presStyleCnt="0"/>
      <dgm:spPr/>
    </dgm:pt>
    <dgm:pt modelId="{60560B53-98A5-4A65-BEAB-328EBBCF638E}" type="pres">
      <dgm:prSet presAssocID="{9201274D-03D6-4168-9B51-9ED784147263}" presName="bgRect" presStyleLbl="bgShp" presStyleIdx="0" presStyleCnt="3"/>
      <dgm:spPr/>
    </dgm:pt>
    <dgm:pt modelId="{CA24F004-6817-4DA2-98B5-4546D75A30AF}" type="pres">
      <dgm:prSet presAssocID="{9201274D-03D6-4168-9B51-9ED78414726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7860D705-12F0-43E8-B0D8-2AAB21FAABE8}" type="pres">
      <dgm:prSet presAssocID="{9201274D-03D6-4168-9B51-9ED784147263}" presName="spaceRect" presStyleCnt="0"/>
      <dgm:spPr/>
    </dgm:pt>
    <dgm:pt modelId="{369B8557-E249-4F41-891A-3698A2BD484D}" type="pres">
      <dgm:prSet presAssocID="{9201274D-03D6-4168-9B51-9ED784147263}" presName="parTx" presStyleLbl="revTx" presStyleIdx="0" presStyleCnt="3">
        <dgm:presLayoutVars>
          <dgm:chMax val="0"/>
          <dgm:chPref val="0"/>
        </dgm:presLayoutVars>
      </dgm:prSet>
      <dgm:spPr/>
    </dgm:pt>
    <dgm:pt modelId="{40C0F42B-3202-4D37-A751-06C56C46E095}" type="pres">
      <dgm:prSet presAssocID="{6F0527B4-9301-43F2-93AC-8CB85ED7E08D}" presName="sibTrans" presStyleCnt="0"/>
      <dgm:spPr/>
    </dgm:pt>
    <dgm:pt modelId="{19C85E9B-4A84-4037-874D-5F74DF3553D1}" type="pres">
      <dgm:prSet presAssocID="{F9472E8C-F095-4C23-8DE3-169E990D929E}" presName="compNode" presStyleCnt="0"/>
      <dgm:spPr/>
    </dgm:pt>
    <dgm:pt modelId="{A03379C0-76F2-42A3-B249-E3F4AC78EEDD}" type="pres">
      <dgm:prSet presAssocID="{F9472E8C-F095-4C23-8DE3-169E990D929E}" presName="bgRect" presStyleLbl="bgShp" presStyleIdx="1" presStyleCnt="3"/>
      <dgm:spPr/>
    </dgm:pt>
    <dgm:pt modelId="{91A97C57-9A2A-457E-9402-3EE466752E9F}" type="pres">
      <dgm:prSet presAssocID="{F9472E8C-F095-4C23-8DE3-169E990D929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udience"/>
        </a:ext>
      </dgm:extLst>
    </dgm:pt>
    <dgm:pt modelId="{D30D2669-7799-486A-B4C3-6D72D6A7A9A3}" type="pres">
      <dgm:prSet presAssocID="{F9472E8C-F095-4C23-8DE3-169E990D929E}" presName="spaceRect" presStyleCnt="0"/>
      <dgm:spPr/>
    </dgm:pt>
    <dgm:pt modelId="{54215E76-8306-4720-BB19-5002D6B6592A}" type="pres">
      <dgm:prSet presAssocID="{F9472E8C-F095-4C23-8DE3-169E990D929E}" presName="parTx" presStyleLbl="revTx" presStyleIdx="1" presStyleCnt="3">
        <dgm:presLayoutVars>
          <dgm:chMax val="0"/>
          <dgm:chPref val="0"/>
        </dgm:presLayoutVars>
      </dgm:prSet>
      <dgm:spPr/>
    </dgm:pt>
    <dgm:pt modelId="{427DB5F7-1332-4924-B2AC-F1A54C812ACA}" type="pres">
      <dgm:prSet presAssocID="{AE158238-1EE6-489D-9E70-B5D64BED8201}" presName="sibTrans" presStyleCnt="0"/>
      <dgm:spPr/>
    </dgm:pt>
    <dgm:pt modelId="{CB33B873-4EAB-4B34-99E6-12A39C6A6591}" type="pres">
      <dgm:prSet presAssocID="{78A28B01-1A6E-4A6E-A5B1-824CC5060D56}" presName="compNode" presStyleCnt="0"/>
      <dgm:spPr/>
    </dgm:pt>
    <dgm:pt modelId="{6F60B454-1316-4FE7-8EBA-839825555C76}" type="pres">
      <dgm:prSet presAssocID="{78A28B01-1A6E-4A6E-A5B1-824CC5060D56}" presName="bgRect" presStyleLbl="bgShp" presStyleIdx="2" presStyleCnt="3"/>
      <dgm:spPr/>
    </dgm:pt>
    <dgm:pt modelId="{D754DFC2-492B-4AF5-A00C-3EB1BFB2385D}" type="pres">
      <dgm:prSet presAssocID="{78A28B01-1A6E-4A6E-A5B1-824CC5060D5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ecurity Camera"/>
        </a:ext>
      </dgm:extLst>
    </dgm:pt>
    <dgm:pt modelId="{03DFCB2D-35A6-4B6A-A0CA-8C873514535A}" type="pres">
      <dgm:prSet presAssocID="{78A28B01-1A6E-4A6E-A5B1-824CC5060D56}" presName="spaceRect" presStyleCnt="0"/>
      <dgm:spPr/>
    </dgm:pt>
    <dgm:pt modelId="{48D1A34A-C864-4651-BCDA-F0361E460867}" type="pres">
      <dgm:prSet presAssocID="{78A28B01-1A6E-4A6E-A5B1-824CC5060D56}" presName="parTx" presStyleLbl="revTx" presStyleIdx="2" presStyleCnt="3">
        <dgm:presLayoutVars>
          <dgm:chMax val="0"/>
          <dgm:chPref val="0"/>
        </dgm:presLayoutVars>
      </dgm:prSet>
      <dgm:spPr/>
    </dgm:pt>
  </dgm:ptLst>
  <dgm:cxnLst>
    <dgm:cxn modelId="{2927040F-9450-4A24-B6E0-5393783E933C}" srcId="{3116A16B-96F5-4F31-9462-E132FC824F6F}" destId="{78A28B01-1A6E-4A6E-A5B1-824CC5060D56}" srcOrd="2" destOrd="0" parTransId="{97F7E70B-5786-454F-BEF5-0E2840B9A765}" sibTransId="{1B97B4E6-8650-4C67-8D50-6EB997DB4EA9}"/>
    <dgm:cxn modelId="{E5C6C313-835C-45C3-851E-01E8593DB31B}" srcId="{3116A16B-96F5-4F31-9462-E132FC824F6F}" destId="{F9472E8C-F095-4C23-8DE3-169E990D929E}" srcOrd="1" destOrd="0" parTransId="{23780EA8-EC4E-4110-93CF-37C27237F5EB}" sibTransId="{AE158238-1EE6-489D-9E70-B5D64BED8201}"/>
    <dgm:cxn modelId="{FE37915C-D44B-425A-8690-E4E50CC57A51}" type="presOf" srcId="{9201274D-03D6-4168-9B51-9ED784147263}" destId="{369B8557-E249-4F41-891A-3698A2BD484D}" srcOrd="0" destOrd="0" presId="urn:microsoft.com/office/officeart/2018/2/layout/IconVerticalSolidList"/>
    <dgm:cxn modelId="{E6D31796-43AF-47D7-9562-47FF979A8220}" type="presOf" srcId="{78A28B01-1A6E-4A6E-A5B1-824CC5060D56}" destId="{48D1A34A-C864-4651-BCDA-F0361E460867}" srcOrd="0" destOrd="0" presId="urn:microsoft.com/office/officeart/2018/2/layout/IconVerticalSolidList"/>
    <dgm:cxn modelId="{D73D20B8-9656-4C7D-9AAD-E0B50BE92B5B}" srcId="{3116A16B-96F5-4F31-9462-E132FC824F6F}" destId="{9201274D-03D6-4168-9B51-9ED784147263}" srcOrd="0" destOrd="0" parTransId="{3553BA9D-885D-42A7-8892-94779EECB472}" sibTransId="{6F0527B4-9301-43F2-93AC-8CB85ED7E08D}"/>
    <dgm:cxn modelId="{0CBB2BBB-598A-4F80-A1D7-9EA49F068C42}" type="presOf" srcId="{3116A16B-96F5-4F31-9462-E132FC824F6F}" destId="{C682BF7B-9F10-4205-8490-4EB2538A4194}" srcOrd="0" destOrd="0" presId="urn:microsoft.com/office/officeart/2018/2/layout/IconVerticalSolidList"/>
    <dgm:cxn modelId="{4BD374F3-48D4-426B-826D-46580BBF7198}" type="presOf" srcId="{F9472E8C-F095-4C23-8DE3-169E990D929E}" destId="{54215E76-8306-4720-BB19-5002D6B6592A}" srcOrd="0" destOrd="0" presId="urn:microsoft.com/office/officeart/2018/2/layout/IconVerticalSolidList"/>
    <dgm:cxn modelId="{9C9463FF-6C4A-4CD1-8209-82105C5248F0}" type="presParOf" srcId="{C682BF7B-9F10-4205-8490-4EB2538A4194}" destId="{7ECF1F7F-17CC-45D3-B2F9-65CB99309085}" srcOrd="0" destOrd="0" presId="urn:microsoft.com/office/officeart/2018/2/layout/IconVerticalSolidList"/>
    <dgm:cxn modelId="{A0CBA8A1-3239-4EEC-83FF-D89B083B1C3A}" type="presParOf" srcId="{7ECF1F7F-17CC-45D3-B2F9-65CB99309085}" destId="{60560B53-98A5-4A65-BEAB-328EBBCF638E}" srcOrd="0" destOrd="0" presId="urn:microsoft.com/office/officeart/2018/2/layout/IconVerticalSolidList"/>
    <dgm:cxn modelId="{E8720644-6D7B-4858-8625-9949F406A067}" type="presParOf" srcId="{7ECF1F7F-17CC-45D3-B2F9-65CB99309085}" destId="{CA24F004-6817-4DA2-98B5-4546D75A30AF}" srcOrd="1" destOrd="0" presId="urn:microsoft.com/office/officeart/2018/2/layout/IconVerticalSolidList"/>
    <dgm:cxn modelId="{EDD6A15E-71EF-45ED-A7A6-601A74E2A35B}" type="presParOf" srcId="{7ECF1F7F-17CC-45D3-B2F9-65CB99309085}" destId="{7860D705-12F0-43E8-B0D8-2AAB21FAABE8}" srcOrd="2" destOrd="0" presId="urn:microsoft.com/office/officeart/2018/2/layout/IconVerticalSolidList"/>
    <dgm:cxn modelId="{82A0DA66-1B3D-4660-9B76-687D16A09563}" type="presParOf" srcId="{7ECF1F7F-17CC-45D3-B2F9-65CB99309085}" destId="{369B8557-E249-4F41-891A-3698A2BD484D}" srcOrd="3" destOrd="0" presId="urn:microsoft.com/office/officeart/2018/2/layout/IconVerticalSolidList"/>
    <dgm:cxn modelId="{6003D505-1E7A-41AF-BD50-299D285DAFE3}" type="presParOf" srcId="{C682BF7B-9F10-4205-8490-4EB2538A4194}" destId="{40C0F42B-3202-4D37-A751-06C56C46E095}" srcOrd="1" destOrd="0" presId="urn:microsoft.com/office/officeart/2018/2/layout/IconVerticalSolidList"/>
    <dgm:cxn modelId="{C2F8A900-C629-4596-855D-6C68F7189C31}" type="presParOf" srcId="{C682BF7B-9F10-4205-8490-4EB2538A4194}" destId="{19C85E9B-4A84-4037-874D-5F74DF3553D1}" srcOrd="2" destOrd="0" presId="urn:microsoft.com/office/officeart/2018/2/layout/IconVerticalSolidList"/>
    <dgm:cxn modelId="{E4D3323F-DD4A-4236-B6FA-183AE4E3D9CB}" type="presParOf" srcId="{19C85E9B-4A84-4037-874D-5F74DF3553D1}" destId="{A03379C0-76F2-42A3-B249-E3F4AC78EEDD}" srcOrd="0" destOrd="0" presId="urn:microsoft.com/office/officeart/2018/2/layout/IconVerticalSolidList"/>
    <dgm:cxn modelId="{0CBBE2E8-5E1A-4D79-95F3-FAF4F42E571A}" type="presParOf" srcId="{19C85E9B-4A84-4037-874D-5F74DF3553D1}" destId="{91A97C57-9A2A-457E-9402-3EE466752E9F}" srcOrd="1" destOrd="0" presId="urn:microsoft.com/office/officeart/2018/2/layout/IconVerticalSolidList"/>
    <dgm:cxn modelId="{ADEDEA31-FCD7-4CB4-8123-EB5A636CE4DC}" type="presParOf" srcId="{19C85E9B-4A84-4037-874D-5F74DF3553D1}" destId="{D30D2669-7799-486A-B4C3-6D72D6A7A9A3}" srcOrd="2" destOrd="0" presId="urn:microsoft.com/office/officeart/2018/2/layout/IconVerticalSolidList"/>
    <dgm:cxn modelId="{0AC25069-C24C-4ED3-B982-80718EAC0409}" type="presParOf" srcId="{19C85E9B-4A84-4037-874D-5F74DF3553D1}" destId="{54215E76-8306-4720-BB19-5002D6B6592A}" srcOrd="3" destOrd="0" presId="urn:microsoft.com/office/officeart/2018/2/layout/IconVerticalSolidList"/>
    <dgm:cxn modelId="{DD3F3280-3C54-405D-9523-28197B38779B}" type="presParOf" srcId="{C682BF7B-9F10-4205-8490-4EB2538A4194}" destId="{427DB5F7-1332-4924-B2AC-F1A54C812ACA}" srcOrd="3" destOrd="0" presId="urn:microsoft.com/office/officeart/2018/2/layout/IconVerticalSolidList"/>
    <dgm:cxn modelId="{5BFF2B15-0C73-4D3C-96D6-57E00E00556A}" type="presParOf" srcId="{C682BF7B-9F10-4205-8490-4EB2538A4194}" destId="{CB33B873-4EAB-4B34-99E6-12A39C6A6591}" srcOrd="4" destOrd="0" presId="urn:microsoft.com/office/officeart/2018/2/layout/IconVerticalSolidList"/>
    <dgm:cxn modelId="{FDC43C39-D348-4BCE-9A64-4D9B84EEC934}" type="presParOf" srcId="{CB33B873-4EAB-4B34-99E6-12A39C6A6591}" destId="{6F60B454-1316-4FE7-8EBA-839825555C76}" srcOrd="0" destOrd="0" presId="urn:microsoft.com/office/officeart/2018/2/layout/IconVerticalSolidList"/>
    <dgm:cxn modelId="{BEC2E275-269D-4101-A7BB-3710EC5CCC37}" type="presParOf" srcId="{CB33B873-4EAB-4B34-99E6-12A39C6A6591}" destId="{D754DFC2-492B-4AF5-A00C-3EB1BFB2385D}" srcOrd="1" destOrd="0" presId="urn:microsoft.com/office/officeart/2018/2/layout/IconVerticalSolidList"/>
    <dgm:cxn modelId="{D9A639D9-0891-44C3-A0F3-F244B4ECD205}" type="presParOf" srcId="{CB33B873-4EAB-4B34-99E6-12A39C6A6591}" destId="{03DFCB2D-35A6-4B6A-A0CA-8C873514535A}" srcOrd="2" destOrd="0" presId="urn:microsoft.com/office/officeart/2018/2/layout/IconVerticalSolidList"/>
    <dgm:cxn modelId="{CFE1A853-5D1D-4ACD-B1BE-15C49C3D477B}" type="presParOf" srcId="{CB33B873-4EAB-4B34-99E6-12A39C6A6591}" destId="{48D1A34A-C864-4651-BCDA-F0361E460867}"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5A8652-E8ED-4E85-925A-F67FA27D2E11}">
      <dsp:nvSpPr>
        <dsp:cNvPr id="0" name=""/>
        <dsp:cNvSpPr/>
      </dsp:nvSpPr>
      <dsp:spPr>
        <a:xfrm>
          <a:off x="0" y="798233"/>
          <a:ext cx="2703909" cy="1716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64CA8D-1EB7-45AD-8D95-B9125F77CDB9}">
      <dsp:nvSpPr>
        <dsp:cNvPr id="0" name=""/>
        <dsp:cNvSpPr/>
      </dsp:nvSpPr>
      <dsp:spPr>
        <a:xfrm>
          <a:off x="300434" y="1083646"/>
          <a:ext cx="2703909" cy="17169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rtlCol="0" anchor="ctr" anchorCtr="0">
          <a:noAutofit/>
        </a:bodyPr>
        <a:lstStyle/>
        <a:p>
          <a:pPr marL="0" lvl="0" indent="0" algn="ctr" defTabSz="1111250">
            <a:lnSpc>
              <a:spcPct val="90000"/>
            </a:lnSpc>
            <a:spcBef>
              <a:spcPct val="0"/>
            </a:spcBef>
            <a:spcAft>
              <a:spcPct val="35000"/>
            </a:spcAft>
            <a:buNone/>
          </a:pPr>
          <a:r>
            <a:rPr lang="en-US" sz="2500" kern="1200" noProof="0" dirty="0"/>
            <a:t>Describe Intrusion Prevention Systems </a:t>
          </a:r>
          <a:endParaRPr lang="en-GB" sz="2500" kern="1200" noProof="0" dirty="0"/>
        </a:p>
      </dsp:txBody>
      <dsp:txXfrm>
        <a:off x="350723" y="1133935"/>
        <a:ext cx="2603331" cy="1616404"/>
      </dsp:txXfrm>
    </dsp:sp>
    <dsp:sp modelId="{1AE82B08-2F80-4880-AE4D-1DD5D8228C8A}">
      <dsp:nvSpPr>
        <dsp:cNvPr id="0" name=""/>
        <dsp:cNvSpPr/>
      </dsp:nvSpPr>
      <dsp:spPr>
        <a:xfrm>
          <a:off x="3304778" y="798233"/>
          <a:ext cx="2703909" cy="1716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32F19A-21B9-4F78-A47A-4E6B77F0AA46}">
      <dsp:nvSpPr>
        <dsp:cNvPr id="0" name=""/>
        <dsp:cNvSpPr/>
      </dsp:nvSpPr>
      <dsp:spPr>
        <a:xfrm>
          <a:off x="3605212" y="1083646"/>
          <a:ext cx="2703909" cy="17169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rtlCol="0" anchor="ctr" anchorCtr="0">
          <a:noAutofit/>
        </a:bodyPr>
        <a:lstStyle/>
        <a:p>
          <a:pPr marL="0" lvl="0" indent="0" algn="ctr" defTabSz="1111250">
            <a:lnSpc>
              <a:spcPct val="90000"/>
            </a:lnSpc>
            <a:spcBef>
              <a:spcPct val="0"/>
            </a:spcBef>
            <a:spcAft>
              <a:spcPct val="35000"/>
            </a:spcAft>
            <a:buNone/>
          </a:pPr>
          <a:r>
            <a:rPr lang="en-US" sz="2500" kern="1200" noProof="0" dirty="0"/>
            <a:t>Describe types of Intrusion Prevention </a:t>
          </a:r>
          <a:endParaRPr lang="en-GB" sz="2500" kern="1200" noProof="0" dirty="0"/>
        </a:p>
      </dsp:txBody>
      <dsp:txXfrm>
        <a:off x="3655501" y="1133935"/>
        <a:ext cx="2603331" cy="1616404"/>
      </dsp:txXfrm>
    </dsp:sp>
    <dsp:sp modelId="{D33A4B67-EB87-463D-BF1B-31CB8C3AE5F7}">
      <dsp:nvSpPr>
        <dsp:cNvPr id="0" name=""/>
        <dsp:cNvSpPr/>
      </dsp:nvSpPr>
      <dsp:spPr>
        <a:xfrm>
          <a:off x="6609556" y="798233"/>
          <a:ext cx="2703909" cy="1716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0E360F-1AB7-4465-8AE2-3640603904BF}">
      <dsp:nvSpPr>
        <dsp:cNvPr id="0" name=""/>
        <dsp:cNvSpPr/>
      </dsp:nvSpPr>
      <dsp:spPr>
        <a:xfrm>
          <a:off x="6909990" y="1083646"/>
          <a:ext cx="2703909" cy="17169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rtlCol="0" anchor="ctr" anchorCtr="0">
          <a:noAutofit/>
        </a:bodyPr>
        <a:lstStyle/>
        <a:p>
          <a:pPr marL="0" lvl="0" indent="0" algn="ctr" defTabSz="1111250">
            <a:lnSpc>
              <a:spcPct val="90000"/>
            </a:lnSpc>
            <a:spcBef>
              <a:spcPct val="0"/>
            </a:spcBef>
            <a:spcAft>
              <a:spcPct val="35000"/>
            </a:spcAft>
            <a:buNone/>
          </a:pPr>
          <a:r>
            <a:rPr lang="en-US" sz="2500" kern="1200" noProof="0" dirty="0"/>
            <a:t>Differentiate between various detection methods</a:t>
          </a:r>
          <a:endParaRPr lang="en-GB" sz="2500" kern="1200" noProof="0" dirty="0"/>
        </a:p>
      </dsp:txBody>
      <dsp:txXfrm>
        <a:off x="6960279" y="1133935"/>
        <a:ext cx="2603331" cy="16164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5A8652-E8ED-4E85-925A-F67FA27D2E11}">
      <dsp:nvSpPr>
        <dsp:cNvPr id="0" name=""/>
        <dsp:cNvSpPr/>
      </dsp:nvSpPr>
      <dsp:spPr>
        <a:xfrm>
          <a:off x="0" y="798233"/>
          <a:ext cx="2703909" cy="1716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64CA8D-1EB7-45AD-8D95-B9125F77CDB9}">
      <dsp:nvSpPr>
        <dsp:cNvPr id="0" name=""/>
        <dsp:cNvSpPr/>
      </dsp:nvSpPr>
      <dsp:spPr>
        <a:xfrm>
          <a:off x="300434" y="1083646"/>
          <a:ext cx="2703909" cy="17169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rtlCol="0" anchor="ctr" anchorCtr="0">
          <a:noAutofit/>
        </a:bodyPr>
        <a:lstStyle/>
        <a:p>
          <a:pPr marL="0" lvl="0" indent="0" algn="ctr" defTabSz="1155700">
            <a:lnSpc>
              <a:spcPct val="90000"/>
            </a:lnSpc>
            <a:spcBef>
              <a:spcPct val="0"/>
            </a:spcBef>
            <a:spcAft>
              <a:spcPct val="35000"/>
            </a:spcAft>
            <a:buNone/>
          </a:pPr>
          <a:r>
            <a:rPr lang="en-US" sz="2600" kern="1200" noProof="0" dirty="0"/>
            <a:t>Install an Intrusion Prevention System </a:t>
          </a:r>
          <a:endParaRPr lang="en-GB" sz="2600" kern="1200" noProof="0" dirty="0"/>
        </a:p>
      </dsp:txBody>
      <dsp:txXfrm>
        <a:off x="350723" y="1133935"/>
        <a:ext cx="2603331" cy="1616404"/>
      </dsp:txXfrm>
    </dsp:sp>
    <dsp:sp modelId="{1AE82B08-2F80-4880-AE4D-1DD5D8228C8A}">
      <dsp:nvSpPr>
        <dsp:cNvPr id="0" name=""/>
        <dsp:cNvSpPr/>
      </dsp:nvSpPr>
      <dsp:spPr>
        <a:xfrm>
          <a:off x="3304778" y="798233"/>
          <a:ext cx="2703909" cy="1716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32F19A-21B9-4F78-A47A-4E6B77F0AA46}">
      <dsp:nvSpPr>
        <dsp:cNvPr id="0" name=""/>
        <dsp:cNvSpPr/>
      </dsp:nvSpPr>
      <dsp:spPr>
        <a:xfrm>
          <a:off x="3605212" y="1083646"/>
          <a:ext cx="2703909" cy="17169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rtlCol="0" anchor="ctr" anchorCtr="0">
          <a:noAutofit/>
        </a:bodyPr>
        <a:lstStyle/>
        <a:p>
          <a:pPr marL="0" lvl="0" indent="0" algn="ctr" defTabSz="1155700">
            <a:lnSpc>
              <a:spcPct val="90000"/>
            </a:lnSpc>
            <a:spcBef>
              <a:spcPct val="0"/>
            </a:spcBef>
            <a:spcAft>
              <a:spcPct val="35000"/>
            </a:spcAft>
            <a:buNone/>
          </a:pPr>
          <a:r>
            <a:rPr lang="en-US" sz="2600" kern="1200" noProof="0" dirty="0"/>
            <a:t>Configure the IPS for Common Attacks</a:t>
          </a:r>
          <a:endParaRPr lang="en-GB" sz="2600" kern="1200" noProof="0" dirty="0"/>
        </a:p>
      </dsp:txBody>
      <dsp:txXfrm>
        <a:off x="3655501" y="1133935"/>
        <a:ext cx="2603331" cy="1616404"/>
      </dsp:txXfrm>
    </dsp:sp>
    <dsp:sp modelId="{D33A4B67-EB87-463D-BF1B-31CB8C3AE5F7}">
      <dsp:nvSpPr>
        <dsp:cNvPr id="0" name=""/>
        <dsp:cNvSpPr/>
      </dsp:nvSpPr>
      <dsp:spPr>
        <a:xfrm>
          <a:off x="6609556" y="798233"/>
          <a:ext cx="2703909" cy="1716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0E360F-1AB7-4465-8AE2-3640603904BF}">
      <dsp:nvSpPr>
        <dsp:cNvPr id="0" name=""/>
        <dsp:cNvSpPr/>
      </dsp:nvSpPr>
      <dsp:spPr>
        <a:xfrm>
          <a:off x="6909990" y="1083646"/>
          <a:ext cx="2703909" cy="17169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rtlCol="0" anchor="ctr" anchorCtr="0">
          <a:noAutofit/>
        </a:bodyPr>
        <a:lstStyle/>
        <a:p>
          <a:pPr marL="0" lvl="0" indent="0" algn="ctr" defTabSz="1155700">
            <a:lnSpc>
              <a:spcPct val="90000"/>
            </a:lnSpc>
            <a:spcBef>
              <a:spcPct val="0"/>
            </a:spcBef>
            <a:spcAft>
              <a:spcPct val="35000"/>
            </a:spcAft>
            <a:buNone/>
          </a:pPr>
          <a:r>
            <a:rPr lang="en-US" sz="2600" kern="1200" noProof="0" dirty="0"/>
            <a:t>Test the Intrusion Prevention System</a:t>
          </a:r>
          <a:endParaRPr lang="en-GB" sz="2600" kern="1200" noProof="0" dirty="0"/>
        </a:p>
      </dsp:txBody>
      <dsp:txXfrm>
        <a:off x="6960279" y="1133935"/>
        <a:ext cx="2603331" cy="16164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357023-3CC5-4ABF-BE66-8CD0E461E8FE}">
      <dsp:nvSpPr>
        <dsp:cNvPr id="0" name=""/>
        <dsp:cNvSpPr/>
      </dsp:nvSpPr>
      <dsp:spPr>
        <a:xfrm>
          <a:off x="919517" y="640802"/>
          <a:ext cx="1249531" cy="12495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E69E110-9132-492D-B5C3-C0E0B032CA30}">
      <dsp:nvSpPr>
        <dsp:cNvPr id="0" name=""/>
        <dsp:cNvSpPr/>
      </dsp:nvSpPr>
      <dsp:spPr>
        <a:xfrm>
          <a:off x="155914" y="2238060"/>
          <a:ext cx="27767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IPS provide an essential layer of proactive defense against cyber threats. </a:t>
          </a:r>
        </a:p>
      </dsp:txBody>
      <dsp:txXfrm>
        <a:off x="155914" y="2238060"/>
        <a:ext cx="2776737" cy="720000"/>
      </dsp:txXfrm>
    </dsp:sp>
    <dsp:sp modelId="{499B5D07-5FDB-4B7E-B4B9-F19FD6DAAC92}">
      <dsp:nvSpPr>
        <dsp:cNvPr id="0" name=""/>
        <dsp:cNvSpPr/>
      </dsp:nvSpPr>
      <dsp:spPr>
        <a:xfrm>
          <a:off x="4182184" y="640802"/>
          <a:ext cx="1249531" cy="12495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5F9BB5-C7AF-487B-915C-F9D268EAD935}">
      <dsp:nvSpPr>
        <dsp:cNvPr id="0" name=""/>
        <dsp:cNvSpPr/>
      </dsp:nvSpPr>
      <dsp:spPr>
        <a:xfrm>
          <a:off x="3418581" y="2238060"/>
          <a:ext cx="27767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It also provides real-time monitoring and automatic response to potential threats</a:t>
          </a:r>
        </a:p>
      </dsp:txBody>
      <dsp:txXfrm>
        <a:off x="3418581" y="2238060"/>
        <a:ext cx="2776737" cy="720000"/>
      </dsp:txXfrm>
    </dsp:sp>
    <dsp:sp modelId="{96A23E64-B99F-4C6A-A8EB-CD6A2E592CC1}">
      <dsp:nvSpPr>
        <dsp:cNvPr id="0" name=""/>
        <dsp:cNvSpPr/>
      </dsp:nvSpPr>
      <dsp:spPr>
        <a:xfrm>
          <a:off x="7444850" y="640802"/>
          <a:ext cx="1249531" cy="12495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2DC93D-CEF9-4A63-9528-D539E9D01D21}">
      <dsp:nvSpPr>
        <dsp:cNvPr id="0" name=""/>
        <dsp:cNvSpPr/>
      </dsp:nvSpPr>
      <dsp:spPr>
        <a:xfrm>
          <a:off x="6681247" y="2238060"/>
          <a:ext cx="277673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IPS often integrate with firewalls and other security measures for enhanced protection. </a:t>
          </a:r>
        </a:p>
      </dsp:txBody>
      <dsp:txXfrm>
        <a:off x="6681247" y="2238060"/>
        <a:ext cx="2776737"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0B5303-2AAD-4418-8E0B-18D0D842A333}">
      <dsp:nvSpPr>
        <dsp:cNvPr id="0" name=""/>
        <dsp:cNvSpPr/>
      </dsp:nvSpPr>
      <dsp:spPr>
        <a:xfrm>
          <a:off x="0" y="3250346"/>
          <a:ext cx="5955658" cy="2132579"/>
        </a:xfrm>
        <a:prstGeom prst="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GB" sz="2200" kern="1200" dirty="0">
              <a:solidFill>
                <a:schemeClr val="bg1"/>
              </a:solidFill>
            </a:rPr>
            <a:t>Some of the most frequently spotted attacks by a network IDS:</a:t>
          </a:r>
          <a:endParaRPr lang="en-US" sz="2200" kern="1200" dirty="0">
            <a:solidFill>
              <a:schemeClr val="bg1"/>
            </a:solidFill>
          </a:endParaRPr>
        </a:p>
      </dsp:txBody>
      <dsp:txXfrm>
        <a:off x="0" y="3250346"/>
        <a:ext cx="5955658" cy="1151592"/>
      </dsp:txXfrm>
    </dsp:sp>
    <dsp:sp modelId="{E319BC8C-F38E-4942-BD58-FB39A450F2EB}">
      <dsp:nvSpPr>
        <dsp:cNvPr id="0" name=""/>
        <dsp:cNvSpPr/>
      </dsp:nvSpPr>
      <dsp:spPr>
        <a:xfrm>
          <a:off x="2908" y="4359287"/>
          <a:ext cx="1983280" cy="980986"/>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GB" sz="1200" kern="1200" dirty="0"/>
            <a:t>Application layer attacks, such as directory traversal attacks, buffer overflows, or numerous forms of command injection.</a:t>
          </a:r>
          <a:endParaRPr lang="en-US" sz="1200" kern="1200" dirty="0"/>
        </a:p>
      </dsp:txBody>
      <dsp:txXfrm>
        <a:off x="2908" y="4359287"/>
        <a:ext cx="1983280" cy="980986"/>
      </dsp:txXfrm>
    </dsp:sp>
    <dsp:sp modelId="{831DE6C4-13B6-4BAB-BC49-B499A857DAB0}">
      <dsp:nvSpPr>
        <dsp:cNvPr id="0" name=""/>
        <dsp:cNvSpPr/>
      </dsp:nvSpPr>
      <dsp:spPr>
        <a:xfrm>
          <a:off x="1986188" y="4359287"/>
          <a:ext cx="1983280" cy="980986"/>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GB" sz="1200" kern="1200" dirty="0"/>
            <a:t>Network sweeps and scans.</a:t>
          </a:r>
          <a:endParaRPr lang="en-US" sz="1200" kern="1200" dirty="0"/>
        </a:p>
      </dsp:txBody>
      <dsp:txXfrm>
        <a:off x="1986188" y="4359287"/>
        <a:ext cx="1983280" cy="980986"/>
      </dsp:txXfrm>
    </dsp:sp>
    <dsp:sp modelId="{BEB3C748-95C9-4E17-9A26-A8E2192059EF}">
      <dsp:nvSpPr>
        <dsp:cNvPr id="0" name=""/>
        <dsp:cNvSpPr/>
      </dsp:nvSpPr>
      <dsp:spPr>
        <a:xfrm>
          <a:off x="3969469" y="4359287"/>
          <a:ext cx="1983280" cy="980986"/>
        </a:xfrm>
        <a:prstGeom prst="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GB" sz="1200" kern="1200" dirty="0"/>
            <a:t>Flooding denial of service (DoS) attacks in the form of TCP SYN packets.</a:t>
          </a:r>
          <a:endParaRPr lang="en-US" sz="1200" kern="1200" dirty="0"/>
        </a:p>
      </dsp:txBody>
      <dsp:txXfrm>
        <a:off x="3969469" y="4359287"/>
        <a:ext cx="1983280" cy="980986"/>
      </dsp:txXfrm>
    </dsp:sp>
    <dsp:sp modelId="{E2308CB1-2080-409A-B4C1-0F2FC7BAF04D}">
      <dsp:nvSpPr>
        <dsp:cNvPr id="0" name=""/>
        <dsp:cNvSpPr/>
      </dsp:nvSpPr>
      <dsp:spPr>
        <a:xfrm rot="10800000">
          <a:off x="0" y="2428"/>
          <a:ext cx="5955658" cy="3279906"/>
        </a:xfrm>
        <a:prstGeom prst="upArrowCallou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GB" sz="2200" kern="1200" dirty="0">
              <a:solidFill>
                <a:schemeClr val="bg1"/>
              </a:solidFill>
            </a:rPr>
            <a:t>An </a:t>
          </a:r>
          <a:r>
            <a:rPr lang="en-GB" sz="2200" u="sng" kern="1200" dirty="0">
              <a:solidFill>
                <a:schemeClr val="bg1"/>
              </a:solidFill>
            </a:rPr>
            <a:t>Intrusion Detection System </a:t>
          </a:r>
          <a:r>
            <a:rPr lang="en-GB" sz="2200" kern="1200" dirty="0">
              <a:solidFill>
                <a:schemeClr val="bg1"/>
              </a:solidFill>
            </a:rPr>
            <a:t>(IDS) is a security control or countermeasure that has the capability to detect  unauthorised access to resources on a network, highlighting irregularities on pre-configured criteria.</a:t>
          </a:r>
          <a:endParaRPr lang="en-US" sz="2200" kern="1200" dirty="0">
            <a:solidFill>
              <a:schemeClr val="bg1"/>
            </a:solidFill>
          </a:endParaRPr>
        </a:p>
      </dsp:txBody>
      <dsp:txXfrm rot="10800000">
        <a:off x="0" y="2428"/>
        <a:ext cx="5955658" cy="21311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CC7A2D-3F62-45C4-AA27-860E20ABCA7A}">
      <dsp:nvSpPr>
        <dsp:cNvPr id="0" name=""/>
        <dsp:cNvSpPr/>
      </dsp:nvSpPr>
      <dsp:spPr>
        <a:xfrm>
          <a:off x="0" y="516225"/>
          <a:ext cx="6261100" cy="1480781"/>
        </a:xfrm>
        <a:prstGeom prst="roundRect">
          <a:avLst/>
        </a:prstGeom>
        <a:gradFill rotWithShape="0">
          <a:gsLst>
            <a:gs pos="0">
              <a:schemeClr val="accent2">
                <a:shade val="80000"/>
                <a:hueOff val="0"/>
                <a:satOff val="0"/>
                <a:lumOff val="0"/>
                <a:alphaOff val="0"/>
                <a:tint val="94000"/>
                <a:satMod val="103000"/>
                <a:lumMod val="102000"/>
              </a:schemeClr>
            </a:gs>
            <a:gs pos="50000">
              <a:schemeClr val="accent2">
                <a:shade val="80000"/>
                <a:hueOff val="0"/>
                <a:satOff val="0"/>
                <a:lumOff val="0"/>
                <a:alphaOff val="0"/>
                <a:shade val="100000"/>
                <a:satMod val="110000"/>
                <a:lumMod val="100000"/>
              </a:schemeClr>
            </a:gs>
            <a:gs pos="100000">
              <a:schemeClr val="accent2">
                <a:shade val="80000"/>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bg1"/>
              </a:solidFill>
            </a:rPr>
            <a:t>A well-known pre-set instruction in a misuse IDS for spotting a denial of service attack is called the “Ping of Death,” which is one of the oldest network attack types. </a:t>
          </a:r>
          <a:endParaRPr lang="en-US" sz="1800" kern="1200" dirty="0">
            <a:solidFill>
              <a:schemeClr val="bg1"/>
            </a:solidFill>
          </a:endParaRPr>
        </a:p>
      </dsp:txBody>
      <dsp:txXfrm>
        <a:off x="72286" y="588511"/>
        <a:ext cx="6116528" cy="1336209"/>
      </dsp:txXfrm>
    </dsp:sp>
    <dsp:sp modelId="{534AA2D9-EC14-4BE3-B8DA-F357F596E256}">
      <dsp:nvSpPr>
        <dsp:cNvPr id="0" name=""/>
        <dsp:cNvSpPr/>
      </dsp:nvSpPr>
      <dsp:spPr>
        <a:xfrm>
          <a:off x="0" y="2048846"/>
          <a:ext cx="6261100" cy="1480781"/>
        </a:xfrm>
        <a:prstGeom prst="roundRect">
          <a:avLst/>
        </a:prstGeom>
        <a:gradFill rotWithShape="0">
          <a:gsLst>
            <a:gs pos="0">
              <a:schemeClr val="accent2">
                <a:shade val="80000"/>
                <a:hueOff val="-70948"/>
                <a:satOff val="4065"/>
                <a:lumOff val="10920"/>
                <a:alphaOff val="0"/>
                <a:tint val="94000"/>
                <a:satMod val="103000"/>
                <a:lumMod val="102000"/>
              </a:schemeClr>
            </a:gs>
            <a:gs pos="50000">
              <a:schemeClr val="accent2">
                <a:shade val="80000"/>
                <a:hueOff val="-70948"/>
                <a:satOff val="4065"/>
                <a:lumOff val="10920"/>
                <a:alphaOff val="0"/>
                <a:shade val="100000"/>
                <a:satMod val="110000"/>
                <a:lumMod val="100000"/>
              </a:schemeClr>
            </a:gs>
            <a:gs pos="100000">
              <a:schemeClr val="accent2">
                <a:shade val="80000"/>
                <a:hueOff val="-70948"/>
                <a:satOff val="4065"/>
                <a:lumOff val="1092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bg1"/>
              </a:solidFill>
            </a:rPr>
            <a:t>This kind of attack is mainly categorised by sending a very large ICMP echo request packet, intending to incite an unobtainability of network services among connected multiple operating systems by generating bugs or causing programming errors in vulnerable software. </a:t>
          </a:r>
          <a:endParaRPr lang="en-US" sz="1800" kern="1200" dirty="0">
            <a:solidFill>
              <a:schemeClr val="bg1"/>
            </a:solidFill>
          </a:endParaRPr>
        </a:p>
      </dsp:txBody>
      <dsp:txXfrm>
        <a:off x="72286" y="2121132"/>
        <a:ext cx="6116528" cy="1336209"/>
      </dsp:txXfrm>
    </dsp:sp>
    <dsp:sp modelId="{E5950E83-3581-4983-8817-6981C1884603}">
      <dsp:nvSpPr>
        <dsp:cNvPr id="0" name=""/>
        <dsp:cNvSpPr/>
      </dsp:nvSpPr>
      <dsp:spPr>
        <a:xfrm>
          <a:off x="0" y="3581468"/>
          <a:ext cx="6261100" cy="1480781"/>
        </a:xfrm>
        <a:prstGeom prst="roundRect">
          <a:avLst/>
        </a:prstGeom>
        <a:gradFill rotWithShape="0">
          <a:gsLst>
            <a:gs pos="0">
              <a:schemeClr val="accent2">
                <a:shade val="80000"/>
                <a:hueOff val="-141896"/>
                <a:satOff val="8130"/>
                <a:lumOff val="21840"/>
                <a:alphaOff val="0"/>
                <a:tint val="94000"/>
                <a:satMod val="103000"/>
                <a:lumMod val="102000"/>
              </a:schemeClr>
            </a:gs>
            <a:gs pos="50000">
              <a:schemeClr val="accent2">
                <a:shade val="80000"/>
                <a:hueOff val="-141896"/>
                <a:satOff val="8130"/>
                <a:lumOff val="21840"/>
                <a:alphaOff val="0"/>
                <a:shade val="100000"/>
                <a:satMod val="110000"/>
                <a:lumMod val="100000"/>
              </a:schemeClr>
            </a:gs>
            <a:gs pos="100000">
              <a:schemeClr val="accent2">
                <a:shade val="80000"/>
                <a:hueOff val="-141896"/>
                <a:satOff val="8130"/>
                <a:lumOff val="2184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bg1"/>
              </a:solidFill>
            </a:rPr>
            <a:t>An “ICMP echo request” packet thus is considered as an attack when its size is superior to 65.535 bytes. Notice that this encoded rule simultaneously belongs to misuse-based and network-based IDSs.</a:t>
          </a:r>
          <a:endParaRPr lang="en-US" sz="1800" kern="1200" dirty="0">
            <a:solidFill>
              <a:schemeClr val="bg1"/>
            </a:solidFill>
          </a:endParaRPr>
        </a:p>
      </dsp:txBody>
      <dsp:txXfrm>
        <a:off x="72286" y="3653754"/>
        <a:ext cx="6116528" cy="13362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AA75E-58EB-4455-903C-555E8B1C81BE}">
      <dsp:nvSpPr>
        <dsp:cNvPr id="0" name=""/>
        <dsp:cNvSpPr/>
      </dsp:nvSpPr>
      <dsp:spPr>
        <a:xfrm>
          <a:off x="1296930" y="232507"/>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204587-4EDB-45A0-96E0-EF53C5BF03A1}">
      <dsp:nvSpPr>
        <dsp:cNvPr id="0" name=""/>
        <dsp:cNvSpPr/>
      </dsp:nvSpPr>
      <dsp:spPr>
        <a:xfrm>
          <a:off x="108930" y="2646808"/>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GB" sz="1300" kern="1200" dirty="0">
              <a:solidFill>
                <a:schemeClr val="bg1"/>
              </a:solidFill>
            </a:rPr>
            <a:t>Anomaly IDS—that are looking for abnormal behaviour of a monitored user or system. It is more effective for detection of unknown, new types of attacks.</a:t>
          </a:r>
          <a:endParaRPr lang="en-US" sz="1300" kern="1200" dirty="0">
            <a:solidFill>
              <a:schemeClr val="bg1"/>
            </a:solidFill>
          </a:endParaRPr>
        </a:p>
      </dsp:txBody>
      <dsp:txXfrm>
        <a:off x="108930" y="2646808"/>
        <a:ext cx="4320000" cy="720000"/>
      </dsp:txXfrm>
    </dsp:sp>
    <dsp:sp modelId="{A750CBFF-9522-40C4-8A3E-B17C12A03EA9}">
      <dsp:nvSpPr>
        <dsp:cNvPr id="0" name=""/>
        <dsp:cNvSpPr/>
      </dsp:nvSpPr>
      <dsp:spPr>
        <a:xfrm>
          <a:off x="6372930" y="232507"/>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778A50-E4EF-48AF-8DE4-121856EE9988}">
      <dsp:nvSpPr>
        <dsp:cNvPr id="0" name=""/>
        <dsp:cNvSpPr/>
      </dsp:nvSpPr>
      <dsp:spPr>
        <a:xfrm>
          <a:off x="5184930" y="2646808"/>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GB" sz="1300" kern="1200" dirty="0">
              <a:solidFill>
                <a:schemeClr val="bg1"/>
              </a:solidFill>
            </a:rPr>
            <a:t>Misuse IDS—targeted for detection of well-known attacks, thanks to comparison of analysed data with the data that is specific to attack behaviours (so-called signatures).</a:t>
          </a:r>
          <a:endParaRPr lang="en-US" sz="1300" kern="1200" dirty="0">
            <a:solidFill>
              <a:schemeClr val="bg1"/>
            </a:solidFill>
          </a:endParaRPr>
        </a:p>
      </dsp:txBody>
      <dsp:txXfrm>
        <a:off x="5184930" y="2646808"/>
        <a:ext cx="432000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A7AA6-E8DD-40B3-8DFD-9FF0D190BD76}">
      <dsp:nvSpPr>
        <dsp:cNvPr id="0" name=""/>
        <dsp:cNvSpPr/>
      </dsp:nvSpPr>
      <dsp:spPr>
        <a:xfrm>
          <a:off x="1812408" y="15087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6A55E8-1107-4CCB-8957-758C1AB5FAA7}">
      <dsp:nvSpPr>
        <dsp:cNvPr id="0" name=""/>
        <dsp:cNvSpPr/>
      </dsp:nvSpPr>
      <dsp:spPr>
        <a:xfrm>
          <a:off x="624408" y="2688504"/>
          <a:ext cx="4320000" cy="141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solidFill>
                <a:schemeClr val="bg1"/>
              </a:solidFill>
            </a:rPr>
            <a:t>Active—that after finding the attack the IDS attempts to block it for instance, by modifying firewall rules in order to block traffic from suspicious IP addresses or disconnecting the network. Active IDS are called </a:t>
          </a:r>
          <a:r>
            <a:rPr lang="en-GB" sz="1600" i="1" u="sng" kern="1200" dirty="0">
              <a:solidFill>
                <a:schemeClr val="bg1"/>
              </a:solidFill>
            </a:rPr>
            <a:t>Intrusion Prevention Systems </a:t>
          </a:r>
          <a:r>
            <a:rPr lang="en-GB" sz="1600" kern="1200" dirty="0">
              <a:solidFill>
                <a:schemeClr val="bg1"/>
              </a:solidFill>
            </a:rPr>
            <a:t>(IPSs).</a:t>
          </a:r>
          <a:endParaRPr lang="en-US" sz="1600" kern="1200" dirty="0">
            <a:solidFill>
              <a:schemeClr val="bg1"/>
            </a:solidFill>
          </a:endParaRPr>
        </a:p>
      </dsp:txBody>
      <dsp:txXfrm>
        <a:off x="624408" y="2688504"/>
        <a:ext cx="4320000" cy="1417500"/>
      </dsp:txXfrm>
    </dsp:sp>
    <dsp:sp modelId="{2E1325C9-6ECA-4F57-BF98-EC3E7972CE30}">
      <dsp:nvSpPr>
        <dsp:cNvPr id="0" name=""/>
        <dsp:cNvSpPr/>
      </dsp:nvSpPr>
      <dsp:spPr>
        <a:xfrm>
          <a:off x="6888408" y="15087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BFAD83-8E7B-4AFA-AB6B-E77C75BF6603}">
      <dsp:nvSpPr>
        <dsp:cNvPr id="0" name=""/>
        <dsp:cNvSpPr/>
      </dsp:nvSpPr>
      <dsp:spPr>
        <a:xfrm>
          <a:off x="5700408" y="2688504"/>
          <a:ext cx="4320000" cy="141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solidFill>
                <a:schemeClr val="bg1"/>
              </a:solidFill>
            </a:rPr>
            <a:t>Passive—that transfer only information about the attack to a human administrator</a:t>
          </a:r>
          <a:endParaRPr lang="en-US" sz="1600" kern="1200" dirty="0">
            <a:solidFill>
              <a:schemeClr val="bg1"/>
            </a:solidFill>
          </a:endParaRPr>
        </a:p>
      </dsp:txBody>
      <dsp:txXfrm>
        <a:off x="5700408" y="2688504"/>
        <a:ext cx="4320000" cy="14175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560B53-98A5-4A65-BEAB-328EBBCF638E}">
      <dsp:nvSpPr>
        <dsp:cNvPr id="0" name=""/>
        <dsp:cNvSpPr/>
      </dsp:nvSpPr>
      <dsp:spPr>
        <a:xfrm>
          <a:off x="0" y="680"/>
          <a:ext cx="6261100" cy="1593460"/>
        </a:xfrm>
        <a:prstGeom prst="roundRect">
          <a:avLst>
            <a:gd name="adj" fmla="val 10000"/>
          </a:avLst>
        </a:prstGeom>
        <a:solidFill>
          <a:schemeClr val="accent2">
            <a:tint val="55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CA24F004-6817-4DA2-98B5-4546D75A30AF}">
      <dsp:nvSpPr>
        <dsp:cNvPr id="0" name=""/>
        <dsp:cNvSpPr/>
      </dsp:nvSpPr>
      <dsp:spPr>
        <a:xfrm>
          <a:off x="482021" y="359209"/>
          <a:ext cx="876403" cy="8764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69B8557-E249-4F41-891A-3698A2BD484D}">
      <dsp:nvSpPr>
        <dsp:cNvPr id="0" name=""/>
        <dsp:cNvSpPr/>
      </dsp:nvSpPr>
      <dsp:spPr>
        <a:xfrm>
          <a:off x="1840447" y="680"/>
          <a:ext cx="4420652" cy="159346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800100">
            <a:lnSpc>
              <a:spcPct val="100000"/>
            </a:lnSpc>
            <a:spcBef>
              <a:spcPct val="0"/>
            </a:spcBef>
            <a:spcAft>
              <a:spcPct val="35000"/>
            </a:spcAft>
            <a:buNone/>
          </a:pPr>
          <a:r>
            <a:rPr lang="en-GB" sz="1800" kern="1200" dirty="0">
              <a:solidFill>
                <a:schemeClr val="bg1"/>
              </a:solidFill>
            </a:rPr>
            <a:t>The main capability provided by Network Intrusion Prevention is the ability to prevent malicious traffic from reaching the target system. </a:t>
          </a:r>
          <a:endParaRPr lang="en-US" sz="1800" kern="1200" dirty="0">
            <a:solidFill>
              <a:schemeClr val="bg1"/>
            </a:solidFill>
          </a:endParaRPr>
        </a:p>
      </dsp:txBody>
      <dsp:txXfrm>
        <a:off x="1840447" y="680"/>
        <a:ext cx="4420652" cy="1593460"/>
      </dsp:txXfrm>
    </dsp:sp>
    <dsp:sp modelId="{A03379C0-76F2-42A3-B249-E3F4AC78EEDD}">
      <dsp:nvSpPr>
        <dsp:cNvPr id="0" name=""/>
        <dsp:cNvSpPr/>
      </dsp:nvSpPr>
      <dsp:spPr>
        <a:xfrm>
          <a:off x="0" y="1992507"/>
          <a:ext cx="6261100" cy="1593460"/>
        </a:xfrm>
        <a:prstGeom prst="roundRect">
          <a:avLst>
            <a:gd name="adj" fmla="val 10000"/>
          </a:avLst>
        </a:prstGeom>
        <a:solidFill>
          <a:schemeClr val="accent2">
            <a:tint val="55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91A97C57-9A2A-457E-9402-3EE466752E9F}">
      <dsp:nvSpPr>
        <dsp:cNvPr id="0" name=""/>
        <dsp:cNvSpPr/>
      </dsp:nvSpPr>
      <dsp:spPr>
        <a:xfrm>
          <a:off x="482021" y="2351035"/>
          <a:ext cx="876403" cy="8764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4215E76-8306-4720-BB19-5002D6B6592A}">
      <dsp:nvSpPr>
        <dsp:cNvPr id="0" name=""/>
        <dsp:cNvSpPr/>
      </dsp:nvSpPr>
      <dsp:spPr>
        <a:xfrm>
          <a:off x="1840447" y="1992507"/>
          <a:ext cx="4420652" cy="159346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800100">
            <a:lnSpc>
              <a:spcPct val="100000"/>
            </a:lnSpc>
            <a:spcBef>
              <a:spcPct val="0"/>
            </a:spcBef>
            <a:spcAft>
              <a:spcPct val="35000"/>
            </a:spcAft>
            <a:buNone/>
          </a:pPr>
          <a:r>
            <a:rPr lang="en-GB" sz="1800" kern="1200" dirty="0">
              <a:solidFill>
                <a:schemeClr val="bg1"/>
              </a:solidFill>
            </a:rPr>
            <a:t>Detection systems have been used for years, but each of them always allowed a certain amount of malicious traffic to reach the target systems. </a:t>
          </a:r>
          <a:endParaRPr lang="en-US" sz="1800" kern="1200" dirty="0">
            <a:solidFill>
              <a:schemeClr val="bg1"/>
            </a:solidFill>
          </a:endParaRPr>
        </a:p>
      </dsp:txBody>
      <dsp:txXfrm>
        <a:off x="1840447" y="1992507"/>
        <a:ext cx="4420652" cy="1593460"/>
      </dsp:txXfrm>
    </dsp:sp>
    <dsp:sp modelId="{6F60B454-1316-4FE7-8EBA-839825555C76}">
      <dsp:nvSpPr>
        <dsp:cNvPr id="0" name=""/>
        <dsp:cNvSpPr/>
      </dsp:nvSpPr>
      <dsp:spPr>
        <a:xfrm>
          <a:off x="0" y="3984333"/>
          <a:ext cx="6261100" cy="1593460"/>
        </a:xfrm>
        <a:prstGeom prst="roundRect">
          <a:avLst>
            <a:gd name="adj" fmla="val 10000"/>
          </a:avLst>
        </a:prstGeom>
        <a:solidFill>
          <a:schemeClr val="accent2">
            <a:tint val="55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D754DFC2-492B-4AF5-A00C-3EB1BFB2385D}">
      <dsp:nvSpPr>
        <dsp:cNvPr id="0" name=""/>
        <dsp:cNvSpPr/>
      </dsp:nvSpPr>
      <dsp:spPr>
        <a:xfrm>
          <a:off x="482021" y="4342861"/>
          <a:ext cx="876403" cy="8764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8D1A34A-C864-4651-BCDA-F0361E460867}">
      <dsp:nvSpPr>
        <dsp:cNvPr id="0" name=""/>
        <dsp:cNvSpPr/>
      </dsp:nvSpPr>
      <dsp:spPr>
        <a:xfrm>
          <a:off x="1840447" y="3984333"/>
          <a:ext cx="4420652" cy="159346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800100">
            <a:lnSpc>
              <a:spcPct val="100000"/>
            </a:lnSpc>
            <a:spcBef>
              <a:spcPct val="0"/>
            </a:spcBef>
            <a:spcAft>
              <a:spcPct val="35000"/>
            </a:spcAft>
            <a:buNone/>
          </a:pPr>
          <a:r>
            <a:rPr lang="en-GB" sz="1800" kern="1200" dirty="0">
              <a:solidFill>
                <a:schemeClr val="bg1"/>
              </a:solidFill>
            </a:rPr>
            <a:t>With the introduction of Intrusion Prevention, you have the ability to proactively defend your network against attack.</a:t>
          </a:r>
          <a:endParaRPr lang="en-US" sz="1800" kern="1200" dirty="0">
            <a:solidFill>
              <a:schemeClr val="bg1"/>
            </a:solidFill>
          </a:endParaRPr>
        </a:p>
      </dsp:txBody>
      <dsp:txXfrm>
        <a:off x="1840447" y="3984333"/>
        <a:ext cx="4420652" cy="15934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ADBC529-8773-4D02-8CFA-ADB515C5CBA3}" type="datetime1">
              <a:rPr lang="en-GB" smtClean="0"/>
              <a:t>21/08/2024</a:t>
            </a:fld>
            <a:endParaRPr lang="en-GB"/>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en-GB" smtClean="0"/>
              <a:t>‹#›</a:t>
            </a:fld>
            <a:endParaRPr lang="en-GB"/>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777525A-FAFB-4452-AC36-0F7189B7A6A9}" type="datetime1">
              <a:rPr lang="en-GB" noProof="0" smtClean="0"/>
              <a:t>21/08/2024</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en-GB" noProof="0" smtClean="0"/>
              <a:t>‹#›</a:t>
            </a:fld>
            <a:endParaRPr lang="en-GB"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1</a:t>
            </a:fld>
            <a:endParaRPr lang="en-GB"/>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2</a:t>
            </a:fld>
            <a:endParaRPr lang="en-GB"/>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3</a:t>
            </a:fld>
            <a:endParaRPr lang="en-GB"/>
          </a:p>
        </p:txBody>
      </p:sp>
    </p:spTree>
    <p:extLst>
      <p:ext uri="{BB962C8B-B14F-4D97-AF65-F5344CB8AC3E}">
        <p14:creationId xmlns:p14="http://schemas.microsoft.com/office/powerpoint/2010/main" val="126785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C6B3AB32-59DF-41F1-9618-EDFBF5049629}" type="slidenum">
              <a:rPr lang="en-GB" smtClean="0"/>
              <a:t>4</a:t>
            </a:fld>
            <a:endParaRPr lang="en-GB"/>
          </a:p>
        </p:txBody>
      </p:sp>
    </p:spTree>
    <p:extLst>
      <p:ext uri="{BB962C8B-B14F-4D97-AF65-F5344CB8AC3E}">
        <p14:creationId xmlns:p14="http://schemas.microsoft.com/office/powerpoint/2010/main" val="2130551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C6B3AB32-59DF-41F1-9618-EDFBF5049629}" type="slidenum">
              <a:rPr lang="en-GB" smtClean="0"/>
              <a:t>5</a:t>
            </a:fld>
            <a:endParaRPr lang="en-GB"/>
          </a:p>
        </p:txBody>
      </p:sp>
    </p:spTree>
    <p:extLst>
      <p:ext uri="{BB962C8B-B14F-4D97-AF65-F5344CB8AC3E}">
        <p14:creationId xmlns:p14="http://schemas.microsoft.com/office/powerpoint/2010/main" val="151795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26</a:t>
            </a:fld>
            <a:endParaRPr lang="en-GB"/>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rtl="0"/>
            <a:fld id="{303A4E85-D1CF-4174-8E96-0E716FE67106}" type="datetime1">
              <a:rPr lang="en-GB" noProof="0" smtClean="0"/>
              <a:t>21/08/2024</a:t>
            </a:fld>
            <a:endParaRPr lang="en-GB" noProof="0"/>
          </a:p>
        </p:txBody>
      </p:sp>
      <p:sp>
        <p:nvSpPr>
          <p:cNvPr id="5" name="Footer Placeholder 4"/>
          <p:cNvSpPr>
            <a:spLocks noGrp="1"/>
          </p:cNvSpPr>
          <p:nvPr>
            <p:ph type="ftr" sz="quarter" idx="11"/>
          </p:nvPr>
        </p:nvSpPr>
        <p:spPr/>
        <p:txBody>
          <a:bodyPr/>
          <a:lstStyle/>
          <a:p>
            <a:pPr rtl="0"/>
            <a:endParaRPr lang="en-GB" noProof="0"/>
          </a:p>
        </p:txBody>
      </p:sp>
      <p:sp>
        <p:nvSpPr>
          <p:cNvPr id="6" name="Slide Number Placeholder 5"/>
          <p:cNvSpPr>
            <a:spLocks noGrp="1"/>
          </p:cNvSpPr>
          <p:nvPr>
            <p:ph type="sldNum" sz="quarter" idx="12"/>
          </p:nvPr>
        </p:nvSpPr>
        <p:spPr>
          <a:xfrm>
            <a:off x="9255346" y="2750337"/>
            <a:ext cx="1171888" cy="1356442"/>
          </a:xfrm>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341248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fld id="{E3DCA11A-9768-448A-88A0-EBE3646E26CE}" type="datetime1">
              <a:rPr lang="en-GB" noProof="0" smtClean="0"/>
              <a:t>21/08/2024</a:t>
            </a:fld>
            <a:endParaRPr lang="en-GB" noProof="0"/>
          </a:p>
        </p:txBody>
      </p:sp>
      <p:sp>
        <p:nvSpPr>
          <p:cNvPr id="5" name="Footer Placeholder 4"/>
          <p:cNvSpPr>
            <a:spLocks noGrp="1"/>
          </p:cNvSpPr>
          <p:nvPr>
            <p:ph type="ftr" sz="quarter" idx="11"/>
          </p:nvPr>
        </p:nvSpPr>
        <p:spPr/>
        <p:txBody>
          <a:bodyPr/>
          <a:lstStyle/>
          <a:p>
            <a:pPr rtl="0"/>
            <a:endParaRPr lang="en-GB" noProof="0"/>
          </a:p>
        </p:txBody>
      </p:sp>
      <p:sp>
        <p:nvSpPr>
          <p:cNvPr id="6" name="Slide Number Placeholder 5"/>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30060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rtl="0"/>
            <a:fld id="{1FEDAE78-A3F9-426C-8A41-9692E3443471}" type="datetime1">
              <a:rPr lang="en-GB" noProof="0" smtClean="0"/>
              <a:t>21/08/2024</a:t>
            </a:fld>
            <a:endParaRPr lang="en-GB" noProof="0"/>
          </a:p>
        </p:txBody>
      </p:sp>
      <p:sp>
        <p:nvSpPr>
          <p:cNvPr id="5" name="Footer Placeholder 4"/>
          <p:cNvSpPr>
            <a:spLocks noGrp="1"/>
          </p:cNvSpPr>
          <p:nvPr>
            <p:ph type="ftr" sz="quarter" idx="11"/>
          </p:nvPr>
        </p:nvSpPr>
        <p:spPr/>
        <p:txBody>
          <a:bodyPr/>
          <a:lstStyle/>
          <a:p>
            <a:pPr rtl="0"/>
            <a:endParaRPr lang="en-GB" noProof="0"/>
          </a:p>
        </p:txBody>
      </p:sp>
      <p:sp>
        <p:nvSpPr>
          <p:cNvPr id="6" name="Slide Number Placeholder 5"/>
          <p:cNvSpPr>
            <a:spLocks noGrp="1"/>
          </p:cNvSpPr>
          <p:nvPr>
            <p:ph type="sldNum" sz="quarter" idx="12"/>
          </p:nvPr>
        </p:nvSpPr>
        <p:spPr>
          <a:xfrm>
            <a:off x="10729455" y="2869895"/>
            <a:ext cx="1154151" cy="1090789"/>
          </a:xfrm>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399701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rtl="0"/>
            <a:fld id="{E17F9CBD-9AAB-4D08-A1FC-12CB5054CF84}" type="datetime1">
              <a:rPr lang="en-GB" noProof="0" smtClean="0"/>
              <a:t>21/08/2024</a:t>
            </a:fld>
            <a:endParaRPr lang="en-GB" noProof="0"/>
          </a:p>
        </p:txBody>
      </p:sp>
      <p:sp>
        <p:nvSpPr>
          <p:cNvPr id="6" name="Footer Placeholder 5"/>
          <p:cNvSpPr>
            <a:spLocks noGrp="1"/>
          </p:cNvSpPr>
          <p:nvPr>
            <p:ph type="ftr" sz="quarter" idx="11"/>
          </p:nvPr>
        </p:nvSpPr>
        <p:spPr/>
        <p:txBody>
          <a:bodyPr/>
          <a:lstStyle/>
          <a:p>
            <a:pPr rtl="0"/>
            <a:endParaRPr lang="en-GB" noProof="0"/>
          </a:p>
        </p:txBody>
      </p:sp>
      <p:sp>
        <p:nvSpPr>
          <p:cNvPr id="7" name="Slide Number Placeholder 6"/>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6017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rtl="0"/>
            <a:fld id="{A9E97160-1FA1-4003-9894-A2FDBE217EB3}" type="datetime1">
              <a:rPr lang="en-GB" noProof="0" smtClean="0"/>
              <a:t>21/08/2024</a:t>
            </a:fld>
            <a:endParaRPr lang="en-GB" noProof="0"/>
          </a:p>
        </p:txBody>
      </p:sp>
      <p:sp>
        <p:nvSpPr>
          <p:cNvPr id="8" name="Footer Placeholder 7"/>
          <p:cNvSpPr>
            <a:spLocks noGrp="1"/>
          </p:cNvSpPr>
          <p:nvPr>
            <p:ph type="ftr" sz="quarter" idx="11"/>
          </p:nvPr>
        </p:nvSpPr>
        <p:spPr/>
        <p:txBody>
          <a:bodyPr/>
          <a:lstStyle/>
          <a:p>
            <a:pPr rtl="0"/>
            <a:endParaRPr lang="en-GB" noProof="0"/>
          </a:p>
        </p:txBody>
      </p:sp>
      <p:sp>
        <p:nvSpPr>
          <p:cNvPr id="9" name="Slide Number Placeholder 8"/>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662445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rtl="0"/>
            <a:fld id="{25F76C7B-B428-4E1D-8DC1-C83A59B39C9C}" type="datetime1">
              <a:rPr lang="en-GB" noProof="0" smtClean="0"/>
              <a:t>21/08/2024</a:t>
            </a:fld>
            <a:endParaRPr lang="en-GB" noProof="0"/>
          </a:p>
        </p:txBody>
      </p:sp>
      <p:sp>
        <p:nvSpPr>
          <p:cNvPr id="4" name="Footer Placeholder 3"/>
          <p:cNvSpPr>
            <a:spLocks noGrp="1"/>
          </p:cNvSpPr>
          <p:nvPr>
            <p:ph type="ftr" sz="quarter" idx="11"/>
          </p:nvPr>
        </p:nvSpPr>
        <p:spPr/>
        <p:txBody>
          <a:bodyPr/>
          <a:lstStyle/>
          <a:p>
            <a:pPr rtl="0"/>
            <a:endParaRPr lang="en-GB" noProof="0"/>
          </a:p>
        </p:txBody>
      </p:sp>
      <p:sp>
        <p:nvSpPr>
          <p:cNvPr id="5" name="Slide Number Placeholder 4"/>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401412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pPr rtl="0"/>
            <a:fld id="{89227842-69A9-4D57-8696-571A640FF47C}" type="datetime1">
              <a:rPr lang="en-GB" noProof="0" smtClean="0"/>
              <a:t>21/08/2024</a:t>
            </a:fld>
            <a:endParaRPr lang="en-GB" noProof="0"/>
          </a:p>
        </p:txBody>
      </p:sp>
      <p:sp>
        <p:nvSpPr>
          <p:cNvPr id="3" name="Footer Placeholder 2"/>
          <p:cNvSpPr>
            <a:spLocks noGrp="1"/>
          </p:cNvSpPr>
          <p:nvPr>
            <p:ph type="ftr" sz="quarter" idx="11"/>
          </p:nvPr>
        </p:nvSpPr>
        <p:spPr/>
        <p:txBody>
          <a:bodyPr/>
          <a:lstStyle/>
          <a:p>
            <a:pPr rtl="0"/>
            <a:endParaRPr lang="en-GB" noProof="0"/>
          </a:p>
        </p:txBody>
      </p:sp>
      <p:sp>
        <p:nvSpPr>
          <p:cNvPr id="4" name="Slide Number Placeholder 3"/>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973253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fld id="{B6D4024D-709A-489C-A1E0-404FC4EC40E9}" type="datetime1">
              <a:rPr lang="en-GB" noProof="0" smtClean="0"/>
              <a:t>21/08/2024</a:t>
            </a:fld>
            <a:endParaRPr lang="en-GB" noProof="0"/>
          </a:p>
        </p:txBody>
      </p:sp>
      <p:sp>
        <p:nvSpPr>
          <p:cNvPr id="6" name="Footer Placeholder 5"/>
          <p:cNvSpPr>
            <a:spLocks noGrp="1"/>
          </p:cNvSpPr>
          <p:nvPr>
            <p:ph type="ftr" sz="quarter" idx="11"/>
          </p:nvPr>
        </p:nvSpPr>
        <p:spPr/>
        <p:txBody>
          <a:bodyPr/>
          <a:lstStyle/>
          <a:p>
            <a:pPr rtl="0"/>
            <a:endParaRPr lang="en-GB" noProof="0"/>
          </a:p>
        </p:txBody>
      </p:sp>
      <p:sp>
        <p:nvSpPr>
          <p:cNvPr id="7" name="Slide Number Placeholder 6"/>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567356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fld id="{5FFEA7D9-67F6-4FDA-9663-2C4F43E353A1}" type="datetime1">
              <a:rPr lang="en-GB" noProof="0" smtClean="0"/>
              <a:t>21/08/2024</a:t>
            </a:fld>
            <a:endParaRPr lang="en-GB" noProof="0"/>
          </a:p>
        </p:txBody>
      </p:sp>
      <p:sp>
        <p:nvSpPr>
          <p:cNvPr id="6" name="Footer Placeholder 5"/>
          <p:cNvSpPr>
            <a:spLocks noGrp="1"/>
          </p:cNvSpPr>
          <p:nvPr>
            <p:ph type="ftr" sz="quarter" idx="11"/>
          </p:nvPr>
        </p:nvSpPr>
        <p:spPr/>
        <p:txBody>
          <a:bodyPr/>
          <a:lstStyle/>
          <a:p>
            <a:pPr rtl="0"/>
            <a:endParaRPr lang="en-GB" noProof="0"/>
          </a:p>
        </p:txBody>
      </p:sp>
      <p:sp>
        <p:nvSpPr>
          <p:cNvPr id="7" name="Slide Number Placeholder 6"/>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652997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fld id="{4B4B326D-8F15-4B53-B18E-44A3026066F3}" type="datetime1">
              <a:rPr lang="en-GB" noProof="0" smtClean="0"/>
              <a:t>21/08/2024</a:t>
            </a:fld>
            <a:endParaRPr lang="en-GB" noProof="0"/>
          </a:p>
        </p:txBody>
      </p:sp>
      <p:sp>
        <p:nvSpPr>
          <p:cNvPr id="6" name="Footer Placeholder 5"/>
          <p:cNvSpPr>
            <a:spLocks noGrp="1"/>
          </p:cNvSpPr>
          <p:nvPr>
            <p:ph type="ftr" sz="quarter" idx="11"/>
          </p:nvPr>
        </p:nvSpPr>
        <p:spPr/>
        <p:txBody>
          <a:bodyPr/>
          <a:lstStyle/>
          <a:p>
            <a:pPr rtl="0"/>
            <a:endParaRPr lang="en-GB" noProof="0"/>
          </a:p>
        </p:txBody>
      </p:sp>
      <p:sp>
        <p:nvSpPr>
          <p:cNvPr id="7" name="Slide Number Placeholder 6"/>
          <p:cNvSpPr>
            <a:spLocks noGrp="1"/>
          </p:cNvSpPr>
          <p:nvPr>
            <p:ph type="sldNum" sz="quarter" idx="12"/>
          </p:nvPr>
        </p:nvSpPr>
        <p:spPr>
          <a:xfrm>
            <a:off x="10729455" y="4711309"/>
            <a:ext cx="1154151" cy="1090789"/>
          </a:xfrm>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1218488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fld id="{4B4B326D-8F15-4B53-B18E-44A3026066F3}" type="datetime1">
              <a:rPr lang="en-GB" noProof="0" smtClean="0"/>
              <a:t>21/08/2024</a:t>
            </a:fld>
            <a:endParaRPr lang="en-GB" noProof="0"/>
          </a:p>
        </p:txBody>
      </p:sp>
      <p:sp>
        <p:nvSpPr>
          <p:cNvPr id="6" name="Footer Placeholder 5"/>
          <p:cNvSpPr>
            <a:spLocks noGrp="1"/>
          </p:cNvSpPr>
          <p:nvPr>
            <p:ph type="ftr" sz="quarter" idx="11"/>
          </p:nvPr>
        </p:nvSpPr>
        <p:spPr/>
        <p:txBody>
          <a:bodyPr/>
          <a:lstStyle/>
          <a:p>
            <a:pPr rtl="0"/>
            <a:endParaRPr lang="en-GB" noProof="0"/>
          </a:p>
        </p:txBody>
      </p:sp>
      <p:sp>
        <p:nvSpPr>
          <p:cNvPr id="7" name="Slide Number Placeholder 6"/>
          <p:cNvSpPr>
            <a:spLocks noGrp="1"/>
          </p:cNvSpPr>
          <p:nvPr>
            <p:ph type="sldNum" sz="quarter" idx="12"/>
          </p:nvPr>
        </p:nvSpPr>
        <p:spPr>
          <a:xfrm>
            <a:off x="10729455" y="4711615"/>
            <a:ext cx="1154151" cy="1090789"/>
          </a:xfrm>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38341058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fld id="{4B4B326D-8F15-4B53-B18E-44A3026066F3}" type="datetime1">
              <a:rPr lang="en-GB" noProof="0" smtClean="0"/>
              <a:t>21/08/2024</a:t>
            </a:fld>
            <a:endParaRPr lang="en-GB" noProof="0"/>
          </a:p>
        </p:txBody>
      </p:sp>
      <p:sp>
        <p:nvSpPr>
          <p:cNvPr id="6" name="Footer Placeholder 5"/>
          <p:cNvSpPr>
            <a:spLocks noGrp="1"/>
          </p:cNvSpPr>
          <p:nvPr>
            <p:ph type="ftr" sz="quarter" idx="11"/>
          </p:nvPr>
        </p:nvSpPr>
        <p:spPr/>
        <p:txBody>
          <a:bodyPr/>
          <a:lstStyle/>
          <a:p>
            <a:pPr rtl="0"/>
            <a:endParaRPr lang="en-GB" noProof="0"/>
          </a:p>
        </p:txBody>
      </p:sp>
      <p:sp>
        <p:nvSpPr>
          <p:cNvPr id="7" name="Slide Number Placeholder 6"/>
          <p:cNvSpPr>
            <a:spLocks noGrp="1"/>
          </p:cNvSpPr>
          <p:nvPr>
            <p:ph type="sldNum" sz="quarter" idx="12"/>
          </p:nvPr>
        </p:nvSpPr>
        <p:spPr>
          <a:xfrm>
            <a:off x="10729455" y="4709925"/>
            <a:ext cx="1154151" cy="1090789"/>
          </a:xfrm>
        </p:spPr>
        <p:txBody>
          <a:bodyPr/>
          <a:lstStyle/>
          <a:p>
            <a:pPr rtl="0"/>
            <a:fld id="{D57F1E4F-1CFF-5643-939E-217C01CDF565}" type="slidenum">
              <a:rPr lang="en-GB" noProof="0" smtClean="0"/>
              <a:pPr/>
              <a:t>‹#›</a:t>
            </a:fld>
            <a:endParaRPr lang="en-GB" noProof="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40246431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fld id="{4B4B326D-8F15-4B53-B18E-44A3026066F3}" type="datetime1">
              <a:rPr lang="en-GB" noProof="0" smtClean="0"/>
              <a:t>21/08/2024</a:t>
            </a:fld>
            <a:endParaRPr lang="en-GB" noProof="0"/>
          </a:p>
        </p:txBody>
      </p:sp>
      <p:sp>
        <p:nvSpPr>
          <p:cNvPr id="6" name="Footer Placeholder 5"/>
          <p:cNvSpPr>
            <a:spLocks noGrp="1"/>
          </p:cNvSpPr>
          <p:nvPr>
            <p:ph type="ftr" sz="quarter" idx="11"/>
          </p:nvPr>
        </p:nvSpPr>
        <p:spPr/>
        <p:txBody>
          <a:bodyPr/>
          <a:lstStyle/>
          <a:p>
            <a:pPr rtl="0"/>
            <a:endParaRPr lang="en-GB" noProof="0"/>
          </a:p>
        </p:txBody>
      </p:sp>
      <p:sp>
        <p:nvSpPr>
          <p:cNvPr id="7" name="Slide Number Placeholder 6"/>
          <p:cNvSpPr>
            <a:spLocks noGrp="1"/>
          </p:cNvSpPr>
          <p:nvPr>
            <p:ph type="sldNum" sz="quarter" idx="12"/>
          </p:nvPr>
        </p:nvSpPr>
        <p:spPr>
          <a:xfrm>
            <a:off x="10729455" y="4709925"/>
            <a:ext cx="1154151" cy="1090789"/>
          </a:xfrm>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19353648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rtl="0"/>
            <a:fld id="{4B4B326D-8F15-4B53-B18E-44A3026066F3}" type="datetime1">
              <a:rPr lang="en-GB" noProof="0" smtClean="0"/>
              <a:t>21/08/2024</a:t>
            </a:fld>
            <a:endParaRPr lang="en-GB" noProof="0"/>
          </a:p>
        </p:txBody>
      </p:sp>
      <p:sp>
        <p:nvSpPr>
          <p:cNvPr id="4" name="Footer Placeholder 3"/>
          <p:cNvSpPr>
            <a:spLocks noGrp="1"/>
          </p:cNvSpPr>
          <p:nvPr>
            <p:ph type="ftr" sz="quarter" idx="11"/>
          </p:nvPr>
        </p:nvSpPr>
        <p:spPr/>
        <p:txBody>
          <a:bodyPr/>
          <a:lstStyle/>
          <a:p>
            <a:pPr rtl="0"/>
            <a:endParaRPr lang="en-GB" noProof="0"/>
          </a:p>
        </p:txBody>
      </p:sp>
      <p:sp>
        <p:nvSpPr>
          <p:cNvPr id="5" name="Slide Number Placeholder 4"/>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0998891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rtl="0"/>
            <a:fld id="{4B4B326D-8F15-4B53-B18E-44A3026066F3}" type="datetime1">
              <a:rPr lang="en-GB" noProof="0" smtClean="0"/>
              <a:t>21/08/2024</a:t>
            </a:fld>
            <a:endParaRPr lang="en-GB" noProof="0"/>
          </a:p>
        </p:txBody>
      </p:sp>
      <p:sp>
        <p:nvSpPr>
          <p:cNvPr id="4" name="Footer Placeholder 3"/>
          <p:cNvSpPr>
            <a:spLocks noGrp="1"/>
          </p:cNvSpPr>
          <p:nvPr>
            <p:ph type="ftr" sz="quarter" idx="11"/>
          </p:nvPr>
        </p:nvSpPr>
        <p:spPr/>
        <p:txBody>
          <a:bodyPr/>
          <a:lstStyle/>
          <a:p>
            <a:pPr rtl="0"/>
            <a:endParaRPr lang="en-GB" noProof="0"/>
          </a:p>
        </p:txBody>
      </p:sp>
      <p:sp>
        <p:nvSpPr>
          <p:cNvPr id="5" name="Slide Number Placeholder 4"/>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41869030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fld id="{6EBFDA4C-4741-4614-8CF1-6BBCA681C2EE}" type="datetime1">
              <a:rPr lang="en-GB" noProof="0" smtClean="0"/>
              <a:t>21/08/2024</a:t>
            </a:fld>
            <a:endParaRPr lang="en-GB" noProof="0"/>
          </a:p>
        </p:txBody>
      </p:sp>
      <p:sp>
        <p:nvSpPr>
          <p:cNvPr id="5" name="Footer Placeholder 4"/>
          <p:cNvSpPr>
            <a:spLocks noGrp="1"/>
          </p:cNvSpPr>
          <p:nvPr>
            <p:ph type="ftr" sz="quarter" idx="11"/>
          </p:nvPr>
        </p:nvSpPr>
        <p:spPr/>
        <p:txBody>
          <a:bodyPr/>
          <a:lstStyle/>
          <a:p>
            <a:pPr rtl="0"/>
            <a:endParaRPr lang="en-GB" noProof="0"/>
          </a:p>
        </p:txBody>
      </p:sp>
      <p:sp>
        <p:nvSpPr>
          <p:cNvPr id="6" name="Slide Number Placeholder 5"/>
          <p:cNvSpPr>
            <a:spLocks noGrp="1"/>
          </p:cNvSpPr>
          <p:nvPr>
            <p:ph type="sldNum" sz="quarter" idx="12"/>
          </p:nvPr>
        </p:nvSpPr>
        <p:spPr/>
        <p:txBody>
          <a:body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8296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pPr rtl="0"/>
            <a:fld id="{0663A167-FB84-446A-9868-9338781AA304}" type="datetime1">
              <a:rPr lang="en-GB" noProof="0" smtClean="0"/>
              <a:t>21/08/2024</a:t>
            </a:fld>
            <a:endParaRPr lang="en-GB" noProof="0"/>
          </a:p>
        </p:txBody>
      </p:sp>
      <p:sp>
        <p:nvSpPr>
          <p:cNvPr id="5" name="Footer Placeholder 4"/>
          <p:cNvSpPr>
            <a:spLocks noGrp="1"/>
          </p:cNvSpPr>
          <p:nvPr>
            <p:ph type="ftr" sz="quarter" idx="11"/>
          </p:nvPr>
        </p:nvSpPr>
        <p:spPr>
          <a:xfrm>
            <a:off x="680321" y="5936188"/>
            <a:ext cx="6126805" cy="365125"/>
          </a:xfrm>
        </p:spPr>
        <p:txBody>
          <a:bodyPr/>
          <a:lstStyle/>
          <a:p>
            <a:pPr rtl="0"/>
            <a:endParaRPr lang="en-GB" noProof="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412926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4B4B326D-8F15-4B53-B18E-44A3026066F3}" type="datetime1">
              <a:rPr lang="en-GB" noProof="0" smtClean="0"/>
              <a:t>21/08/2024</a:t>
            </a:fld>
            <a:endParaRPr lang="en-GB" noProof="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rtl="0"/>
            <a:endParaRPr lang="en-GB" noProof="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554166392"/>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5.png"/><Relationship Id="rId7" Type="http://schemas.openxmlformats.org/officeDocument/2006/relationships/diagramColors" Target="../diagrams/colors4.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5.png"/><Relationship Id="rId7" Type="http://schemas.openxmlformats.org/officeDocument/2006/relationships/diagramColors" Target="../diagrams/colors5.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5.png"/><Relationship Id="rId7" Type="http://schemas.openxmlformats.org/officeDocument/2006/relationships/diagramColors" Target="../diagrams/colors8.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0.jpe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2BF570B-E60D-4481-9DA2-BE09A90D1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duotone>
              <a:schemeClr val="bg2">
                <a:shade val="45000"/>
                <a:satMod val="135000"/>
              </a:schemeClr>
              <a:prstClr val="white"/>
            </a:duotone>
            <a:alphaModFix amt="41000"/>
            <a:extLst>
              <a:ext uri="{28A0092B-C50C-407E-A947-70E740481C1C}">
                <a14:useLocalDpi xmlns:a14="http://schemas.microsoft.com/office/drawing/2010/main"/>
              </a:ext>
            </a:extLst>
          </a:blip>
          <a:srcRect l="8369" t="9091" r="8398" b="-1"/>
          <a:stretch/>
        </p:blipFill>
        <p:spPr>
          <a:xfrm>
            <a:off x="-3176" y="10"/>
            <a:ext cx="12192000" cy="6857991"/>
          </a:xfrm>
          <a:prstGeom prst="rect">
            <a:avLst/>
          </a:prstGeom>
        </p:spPr>
      </p:pic>
      <p:sp>
        <p:nvSpPr>
          <p:cNvPr id="14" name="Rectangle 13">
            <a:extLst>
              <a:ext uri="{FF2B5EF4-FFF2-40B4-BE49-F238E27FC236}">
                <a16:creationId xmlns:a16="http://schemas.microsoft.com/office/drawing/2014/main" id="{38321F7C-3441-47D4-89EC-F6C7FF3B2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4249541"/>
            <a:ext cx="8968085" cy="1660332"/>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680322" y="4402667"/>
            <a:ext cx="8133478" cy="940240"/>
          </a:xfrm>
        </p:spPr>
        <p:txBody>
          <a:bodyPr rtlCol="0">
            <a:normAutofit/>
          </a:bodyPr>
          <a:lstStyle/>
          <a:p>
            <a:pPr rtl="0"/>
            <a:r>
              <a:rPr lang="en-US" sz="4100"/>
              <a:t>I</a:t>
            </a:r>
            <a:r>
              <a:rPr lang="en-GB" sz="4100"/>
              <a:t>ntrusion Prevention System (IPS)</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680322" y="5342302"/>
            <a:ext cx="8133478" cy="406566"/>
          </a:xfrm>
        </p:spPr>
        <p:txBody>
          <a:bodyPr rtlCol="0">
            <a:normAutofit/>
          </a:bodyPr>
          <a:lstStyle/>
          <a:p>
            <a:pPr rtl="0"/>
            <a:r>
              <a:rPr lang="en-US" sz="1800"/>
              <a:t>H17M 34</a:t>
            </a:r>
            <a:endParaRPr lang="en-GB" sz="1800"/>
          </a:p>
        </p:txBody>
      </p:sp>
      <p:sp>
        <p:nvSpPr>
          <p:cNvPr id="16" name="Rectangle 15">
            <a:extLst>
              <a:ext uri="{FF2B5EF4-FFF2-40B4-BE49-F238E27FC236}">
                <a16:creationId xmlns:a16="http://schemas.microsoft.com/office/drawing/2014/main" id="{95FE5F6F-BF7C-44AD-9CEB-0A16A7DAE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4249541"/>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a:extLst>
              <a:ext uri="{FF2B5EF4-FFF2-40B4-BE49-F238E27FC236}">
                <a16:creationId xmlns:a16="http://schemas.microsoft.com/office/drawing/2014/main" id="{70614AF8-278F-429C-8560-C4C711BEE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02314"/>
            <a:ext cx="8968085" cy="275942"/>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975A3A9-46B2-434A-8D1C-E01B8B9DD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5902314"/>
            <a:ext cx="3080285" cy="275942"/>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p:txBody>
          <a:bodyPr rtlCol="0" anchor="b">
            <a:normAutofit/>
          </a:bodyPr>
          <a:lstStyle/>
          <a:p>
            <a:pPr rtl="0"/>
            <a:r>
              <a:rPr lang="en-US" dirty="0"/>
              <a:t>O</a:t>
            </a:r>
            <a:r>
              <a:rPr lang="en-GB" dirty="0"/>
              <a:t>UTCOME 1</a:t>
            </a:r>
          </a:p>
        </p:txBody>
      </p:sp>
      <p:graphicFrame>
        <p:nvGraphicFramePr>
          <p:cNvPr id="4" name="Content Placeholder 3" descr="icon SmartArt graphic">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2695412266"/>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p:txBody>
          <a:bodyPr rtlCol="0" anchor="b">
            <a:normAutofit/>
          </a:bodyPr>
          <a:lstStyle/>
          <a:p>
            <a:pPr rtl="0"/>
            <a:r>
              <a:rPr lang="en-US" dirty="0"/>
              <a:t>O</a:t>
            </a:r>
            <a:r>
              <a:rPr lang="en-GB" dirty="0"/>
              <a:t>UTCOME 2</a:t>
            </a:r>
          </a:p>
        </p:txBody>
      </p:sp>
      <p:graphicFrame>
        <p:nvGraphicFramePr>
          <p:cNvPr id="4" name="Content Placeholder 3" descr="icon SmartArt graphic">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79063754"/>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1402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A97529DD-0019-4F2B-AAE6-A82A2FADB6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6" name="Picture 35">
            <a:extLst>
              <a:ext uri="{FF2B5EF4-FFF2-40B4-BE49-F238E27FC236}">
                <a16:creationId xmlns:a16="http://schemas.microsoft.com/office/drawing/2014/main" id="{4A476453-89B8-4D0E-BDE0-0446B97F5F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38" name="Picture 37">
            <a:extLst>
              <a:ext uri="{FF2B5EF4-FFF2-40B4-BE49-F238E27FC236}">
                <a16:creationId xmlns:a16="http://schemas.microsoft.com/office/drawing/2014/main" id="{02B7E5A1-5C08-4455-A219-804981D6B26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40" name="Rectangle 39">
            <a:extLst>
              <a:ext uri="{FF2B5EF4-FFF2-40B4-BE49-F238E27FC236}">
                <a16:creationId xmlns:a16="http://schemas.microsoft.com/office/drawing/2014/main" id="{6B19486B-DD4C-4473-9FF8-3E3FB1542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2" name="Rectangle 41">
            <a:extLst>
              <a:ext uri="{FF2B5EF4-FFF2-40B4-BE49-F238E27FC236}">
                <a16:creationId xmlns:a16="http://schemas.microsoft.com/office/drawing/2014/main" id="{52CE1431-75FA-49CE-A7AC-42816EFBC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44" name="Group 43">
            <a:extLst>
              <a:ext uri="{FF2B5EF4-FFF2-40B4-BE49-F238E27FC236}">
                <a16:creationId xmlns:a16="http://schemas.microsoft.com/office/drawing/2014/main" id="{E7E11A8B-D353-4867-842B-40B7BABC9E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45" name="Rectangle 44">
              <a:extLst>
                <a:ext uri="{FF2B5EF4-FFF2-40B4-BE49-F238E27FC236}">
                  <a16:creationId xmlns:a16="http://schemas.microsoft.com/office/drawing/2014/main" id="{F0C50D17-020B-418B-BE67-DC7DEA17D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3E9D5520-887C-4E25-9F91-49EBA2FB3F6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6" name="Content Placeholder 5" descr="A close-up of a human eye&#10;&#10;Description automatically generated">
            <a:extLst>
              <a:ext uri="{FF2B5EF4-FFF2-40B4-BE49-F238E27FC236}">
                <a16:creationId xmlns:a16="http://schemas.microsoft.com/office/drawing/2014/main" id="{61FF12C7-F300-CEDB-5208-E8799747ADA5}"/>
              </a:ext>
            </a:extLst>
          </p:cNvPr>
          <p:cNvPicPr>
            <a:picLocks noGrp="1" noChangeAspect="1"/>
          </p:cNvPicPr>
          <p:nvPr>
            <p:ph sz="half" idx="1"/>
          </p:nvPr>
        </p:nvPicPr>
        <p:blipFill>
          <a:blip r:embed="rId6"/>
          <a:srcRect l="23283" r="26730" b="-2"/>
          <a:stretch/>
        </p:blipFill>
        <p:spPr>
          <a:xfrm>
            <a:off x="6096000" y="10"/>
            <a:ext cx="6092823" cy="6856310"/>
          </a:xfrm>
          <a:prstGeom prst="rect">
            <a:avLst/>
          </a:prstGeom>
          <a:ln>
            <a:noFill/>
          </a:ln>
          <a:effectLst/>
        </p:spPr>
      </p:pic>
      <p:sp>
        <p:nvSpPr>
          <p:cNvPr id="48" name="Rectangle 47">
            <a:extLst>
              <a:ext uri="{FF2B5EF4-FFF2-40B4-BE49-F238E27FC236}">
                <a16:creationId xmlns:a16="http://schemas.microsoft.com/office/drawing/2014/main" id="{C2E52CAC-158C-4DC7-AA1C-F582FFF73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99753"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680321" y="753228"/>
            <a:ext cx="5041629" cy="1080938"/>
          </a:xfrm>
        </p:spPr>
        <p:txBody>
          <a:bodyPr vert="horz" lIns="91440" tIns="45720" rIns="91440" bIns="45720" rtlCol="0" anchor="ctr">
            <a:normAutofit/>
          </a:bodyPr>
          <a:lstStyle/>
          <a:p>
            <a:r>
              <a:rPr lang="en-US"/>
              <a:t>Assessment 1</a:t>
            </a:r>
          </a:p>
        </p:txBody>
      </p:sp>
      <p:pic>
        <p:nvPicPr>
          <p:cNvPr id="50" name="Picture 49">
            <a:extLst>
              <a:ext uri="{FF2B5EF4-FFF2-40B4-BE49-F238E27FC236}">
                <a16:creationId xmlns:a16="http://schemas.microsoft.com/office/drawing/2014/main" id="{83211ECD-2CC2-43D9-A32B-E8669250EF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6492240" cy="261714"/>
          </a:xfrm>
          <a:prstGeom prst="rect">
            <a:avLst/>
          </a:prstGeom>
        </p:spPr>
      </p:pic>
      <p:sp>
        <p:nvSpPr>
          <p:cNvPr id="8" name="Content Placeholder 7">
            <a:extLst>
              <a:ext uri="{FF2B5EF4-FFF2-40B4-BE49-F238E27FC236}">
                <a16:creationId xmlns:a16="http://schemas.microsoft.com/office/drawing/2014/main" id="{8DB5BC6C-9DDB-89A0-901B-EF77F9AE8AFD}"/>
              </a:ext>
            </a:extLst>
          </p:cNvPr>
          <p:cNvSpPr>
            <a:spLocks noGrp="1"/>
          </p:cNvSpPr>
          <p:nvPr>
            <p:ph sz="half" idx="2"/>
          </p:nvPr>
        </p:nvSpPr>
        <p:spPr>
          <a:xfrm>
            <a:off x="680322" y="2336873"/>
            <a:ext cx="5041628" cy="3599316"/>
          </a:xfrm>
        </p:spPr>
        <p:txBody>
          <a:bodyPr vert="horz" lIns="91440" tIns="45720" rIns="91440" bIns="45720" rtlCol="0">
            <a:normAutofit/>
          </a:bodyPr>
          <a:lstStyle/>
          <a:p>
            <a:endParaRPr lang="en-US" sz="1900" b="1" dirty="0"/>
          </a:p>
          <a:p>
            <a:endParaRPr lang="en-US" sz="1900" b="1" dirty="0"/>
          </a:p>
          <a:p>
            <a:r>
              <a:rPr lang="en-US" sz="1900" b="1" dirty="0">
                <a:solidFill>
                  <a:schemeClr val="bg1"/>
                </a:solidFill>
              </a:rPr>
              <a:t>Assessment Task 1 : Report (Outcome 1)</a:t>
            </a:r>
          </a:p>
          <a:p>
            <a:endParaRPr lang="en-US" sz="1900" b="1" dirty="0">
              <a:solidFill>
                <a:schemeClr val="bg1"/>
              </a:solidFill>
            </a:endParaRPr>
          </a:p>
          <a:p>
            <a:r>
              <a:rPr lang="en-US" sz="1900" dirty="0">
                <a:solidFill>
                  <a:schemeClr val="bg1"/>
                </a:solidFill>
              </a:rPr>
              <a:t>This is an open-book assessment where the candidate will produce an 1000 words</a:t>
            </a:r>
          </a:p>
          <a:p>
            <a:r>
              <a:rPr lang="en-US" sz="1900" dirty="0">
                <a:solidFill>
                  <a:schemeClr val="bg1"/>
                </a:solidFill>
              </a:rPr>
              <a:t>(approximately) report as evidence for this Outcome. The report requires investigation, analysis and synthesis of information. </a:t>
            </a:r>
          </a:p>
          <a:p>
            <a:endParaRPr lang="en-US" sz="1900" b="1" dirty="0"/>
          </a:p>
          <a:p>
            <a:endParaRPr lang="en-US" sz="1900" dirty="0"/>
          </a:p>
          <a:p>
            <a:endParaRPr lang="en-US" sz="1900" dirty="0"/>
          </a:p>
        </p:txBody>
      </p:sp>
    </p:spTree>
    <p:extLst>
      <p:ext uri="{BB962C8B-B14F-4D97-AF65-F5344CB8AC3E}">
        <p14:creationId xmlns:p14="http://schemas.microsoft.com/office/powerpoint/2010/main" val="4976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97529DD-0019-4F2B-AAE6-A82A2FADB6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4A476453-89B8-4D0E-BDE0-0446B97F5F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5" name="Picture 14">
            <a:extLst>
              <a:ext uri="{FF2B5EF4-FFF2-40B4-BE49-F238E27FC236}">
                <a16:creationId xmlns:a16="http://schemas.microsoft.com/office/drawing/2014/main" id="{02B7E5A1-5C08-4455-A219-804981D6B26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a:extLst>
              <a:ext uri="{FF2B5EF4-FFF2-40B4-BE49-F238E27FC236}">
                <a16:creationId xmlns:a16="http://schemas.microsoft.com/office/drawing/2014/main" id="{6B19486B-DD4C-4473-9FF8-3E3FB1542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52CE1431-75FA-49CE-A7AC-42816EFBC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21" name="Group 20">
            <a:extLst>
              <a:ext uri="{FF2B5EF4-FFF2-40B4-BE49-F238E27FC236}">
                <a16:creationId xmlns:a16="http://schemas.microsoft.com/office/drawing/2014/main" id="{E7E11A8B-D353-4867-842B-40B7BABC9E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22" name="Rectangle 21">
              <a:extLst>
                <a:ext uri="{FF2B5EF4-FFF2-40B4-BE49-F238E27FC236}">
                  <a16:creationId xmlns:a16="http://schemas.microsoft.com/office/drawing/2014/main" id="{F0C50D17-020B-418B-BE67-DC7DEA17D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3E9D5520-887C-4E25-9F91-49EBA2FB3F6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6" name="Content Placeholder 5" descr="A close-up of a human eye&#10;&#10;Description automatically generated">
            <a:extLst>
              <a:ext uri="{FF2B5EF4-FFF2-40B4-BE49-F238E27FC236}">
                <a16:creationId xmlns:a16="http://schemas.microsoft.com/office/drawing/2014/main" id="{61FF12C7-F300-CEDB-5208-E8799747ADA5}"/>
              </a:ext>
            </a:extLst>
          </p:cNvPr>
          <p:cNvPicPr>
            <a:picLocks noGrp="1" noChangeAspect="1"/>
          </p:cNvPicPr>
          <p:nvPr>
            <p:ph sz="half" idx="1"/>
          </p:nvPr>
        </p:nvPicPr>
        <p:blipFill>
          <a:blip r:embed="rId6"/>
          <a:srcRect l="23283" r="26730" b="-2"/>
          <a:stretch/>
        </p:blipFill>
        <p:spPr>
          <a:xfrm>
            <a:off x="6096000" y="10"/>
            <a:ext cx="6092823" cy="6856310"/>
          </a:xfrm>
          <a:prstGeom prst="rect">
            <a:avLst/>
          </a:prstGeom>
          <a:ln>
            <a:noFill/>
          </a:ln>
          <a:effectLst/>
        </p:spPr>
      </p:pic>
      <p:sp>
        <p:nvSpPr>
          <p:cNvPr id="25" name="Rectangle 24">
            <a:extLst>
              <a:ext uri="{FF2B5EF4-FFF2-40B4-BE49-F238E27FC236}">
                <a16:creationId xmlns:a16="http://schemas.microsoft.com/office/drawing/2014/main" id="{C2E52CAC-158C-4DC7-AA1C-F582FFF73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99753"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680321" y="753228"/>
            <a:ext cx="5041629" cy="1080938"/>
          </a:xfrm>
        </p:spPr>
        <p:txBody>
          <a:bodyPr vert="horz" lIns="91440" tIns="45720" rIns="91440" bIns="45720" rtlCol="0" anchor="ctr">
            <a:normAutofit/>
          </a:bodyPr>
          <a:lstStyle/>
          <a:p>
            <a:r>
              <a:rPr lang="en-US" dirty="0"/>
              <a:t>Assessment 2</a:t>
            </a:r>
          </a:p>
        </p:txBody>
      </p:sp>
      <p:pic>
        <p:nvPicPr>
          <p:cNvPr id="27" name="Picture 26">
            <a:extLst>
              <a:ext uri="{FF2B5EF4-FFF2-40B4-BE49-F238E27FC236}">
                <a16:creationId xmlns:a16="http://schemas.microsoft.com/office/drawing/2014/main" id="{83211ECD-2CC2-43D9-A32B-E8669250EF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6492240" cy="261714"/>
          </a:xfrm>
          <a:prstGeom prst="rect">
            <a:avLst/>
          </a:prstGeom>
        </p:spPr>
      </p:pic>
      <p:sp>
        <p:nvSpPr>
          <p:cNvPr id="4" name="Content Placeholder 3">
            <a:extLst>
              <a:ext uri="{FF2B5EF4-FFF2-40B4-BE49-F238E27FC236}">
                <a16:creationId xmlns:a16="http://schemas.microsoft.com/office/drawing/2014/main" id="{33FF48E1-573C-06C8-3BBF-97A55DBE4911}"/>
              </a:ext>
            </a:extLst>
          </p:cNvPr>
          <p:cNvSpPr>
            <a:spLocks noGrp="1"/>
          </p:cNvSpPr>
          <p:nvPr>
            <p:ph sz="half" idx="2"/>
          </p:nvPr>
        </p:nvSpPr>
        <p:spPr>
          <a:xfrm>
            <a:off x="680322" y="2336873"/>
            <a:ext cx="5041628" cy="3599316"/>
          </a:xfrm>
        </p:spPr>
        <p:txBody>
          <a:bodyPr vert="horz" lIns="91440" tIns="45720" rIns="91440" bIns="45720" rtlCol="0">
            <a:normAutofit/>
          </a:bodyPr>
          <a:lstStyle/>
          <a:p>
            <a:r>
              <a:rPr lang="en-US" sz="2000" b="1" dirty="0">
                <a:solidFill>
                  <a:schemeClr val="bg1"/>
                </a:solidFill>
              </a:rPr>
              <a:t>Assessment Task 2: Practical (Outcome 2)</a:t>
            </a:r>
          </a:p>
          <a:p>
            <a:endParaRPr lang="en-US" sz="2000" dirty="0">
              <a:solidFill>
                <a:schemeClr val="bg1"/>
              </a:solidFill>
            </a:endParaRPr>
          </a:p>
          <a:p>
            <a:r>
              <a:rPr lang="en-US" sz="2000" dirty="0">
                <a:solidFill>
                  <a:schemeClr val="bg1"/>
                </a:solidFill>
              </a:rPr>
              <a:t>Observation checklist and annotated configuration printouts or files </a:t>
            </a:r>
          </a:p>
        </p:txBody>
      </p:sp>
    </p:spTree>
    <p:extLst>
      <p:ext uri="{BB962C8B-B14F-4D97-AF65-F5344CB8AC3E}">
        <p14:creationId xmlns:p14="http://schemas.microsoft.com/office/powerpoint/2010/main" val="257060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7E11A8B-D353-4867-842B-40B7BABC9E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0" name="Rectangle 9">
              <a:extLst>
                <a:ext uri="{FF2B5EF4-FFF2-40B4-BE49-F238E27FC236}">
                  <a16:creationId xmlns:a16="http://schemas.microsoft.com/office/drawing/2014/main" id="{F0C50D17-020B-418B-BE67-DC7DEA17D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E9D5520-887C-4E25-9F91-49EBA2FB3F6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5" name="Picture 4" descr="Illuminated server room panel">
            <a:extLst>
              <a:ext uri="{FF2B5EF4-FFF2-40B4-BE49-F238E27FC236}">
                <a16:creationId xmlns:a16="http://schemas.microsoft.com/office/drawing/2014/main" id="{C368B56E-CEEE-FBE8-1D30-D6C5BA4EE209}"/>
              </a:ext>
            </a:extLst>
          </p:cNvPr>
          <p:cNvPicPr>
            <a:picLocks noChangeAspect="1"/>
          </p:cNvPicPr>
          <p:nvPr/>
        </p:nvPicPr>
        <p:blipFill>
          <a:blip r:embed="rId3"/>
          <a:srcRect l="16975" r="23708"/>
          <a:stretch/>
        </p:blipFill>
        <p:spPr>
          <a:xfrm>
            <a:off x="6096000" y="10"/>
            <a:ext cx="6092823" cy="6856310"/>
          </a:xfrm>
          <a:prstGeom prst="rect">
            <a:avLst/>
          </a:prstGeom>
          <a:ln>
            <a:noFill/>
          </a:ln>
          <a:effectLst/>
        </p:spPr>
      </p:pic>
      <p:sp>
        <p:nvSpPr>
          <p:cNvPr id="13" name="Rectangle 12">
            <a:extLst>
              <a:ext uri="{FF2B5EF4-FFF2-40B4-BE49-F238E27FC236}">
                <a16:creationId xmlns:a16="http://schemas.microsoft.com/office/drawing/2014/main" id="{C2E52CAC-158C-4DC7-AA1C-F582FFF73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99753"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811462E1-A6BE-3023-3660-92B9C43B4293}"/>
              </a:ext>
            </a:extLst>
          </p:cNvPr>
          <p:cNvSpPr>
            <a:spLocks noGrp="1"/>
          </p:cNvSpPr>
          <p:nvPr>
            <p:ph type="title"/>
          </p:nvPr>
        </p:nvSpPr>
        <p:spPr>
          <a:xfrm>
            <a:off x="680321" y="753228"/>
            <a:ext cx="5041629" cy="1080938"/>
          </a:xfrm>
        </p:spPr>
        <p:txBody>
          <a:bodyPr>
            <a:normAutofit/>
          </a:bodyPr>
          <a:lstStyle/>
          <a:p>
            <a:r>
              <a:rPr lang="en-US" dirty="0"/>
              <a:t>Intrusion Prevention systems</a:t>
            </a:r>
            <a:endParaRPr lang="en-GB" dirty="0"/>
          </a:p>
        </p:txBody>
      </p:sp>
      <p:pic>
        <p:nvPicPr>
          <p:cNvPr id="15" name="Picture 14">
            <a:extLst>
              <a:ext uri="{FF2B5EF4-FFF2-40B4-BE49-F238E27FC236}">
                <a16:creationId xmlns:a16="http://schemas.microsoft.com/office/drawing/2014/main" id="{83211ECD-2CC2-43D9-A32B-E8669250EF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6492240" cy="261714"/>
          </a:xfrm>
          <a:prstGeom prst="rect">
            <a:avLst/>
          </a:prstGeom>
        </p:spPr>
      </p:pic>
      <p:sp>
        <p:nvSpPr>
          <p:cNvPr id="3" name="Content Placeholder 2">
            <a:extLst>
              <a:ext uri="{FF2B5EF4-FFF2-40B4-BE49-F238E27FC236}">
                <a16:creationId xmlns:a16="http://schemas.microsoft.com/office/drawing/2014/main" id="{2ADA603D-66C5-FF00-E4F7-F98031D0E0B1}"/>
              </a:ext>
            </a:extLst>
          </p:cNvPr>
          <p:cNvSpPr>
            <a:spLocks noGrp="1"/>
          </p:cNvSpPr>
          <p:nvPr>
            <p:ph idx="1"/>
          </p:nvPr>
        </p:nvSpPr>
        <p:spPr>
          <a:xfrm>
            <a:off x="680322" y="2336873"/>
            <a:ext cx="5041628" cy="3599316"/>
          </a:xfrm>
        </p:spPr>
        <p:txBody>
          <a:bodyPr>
            <a:normAutofit/>
          </a:bodyPr>
          <a:lstStyle/>
          <a:p>
            <a:r>
              <a:rPr lang="en-US" sz="2000" dirty="0">
                <a:solidFill>
                  <a:schemeClr val="bg1"/>
                </a:solidFill>
              </a:rPr>
              <a:t>Intrusion Prevention Systems (IPS) are network security tools that monitor network traffic to detect and prevent vulnerability exploits. </a:t>
            </a:r>
          </a:p>
          <a:p>
            <a:pPr marL="0" indent="0">
              <a:buNone/>
            </a:pPr>
            <a:endParaRPr lang="en-US" sz="2000" dirty="0">
              <a:solidFill>
                <a:schemeClr val="bg1"/>
              </a:solidFill>
            </a:endParaRPr>
          </a:p>
          <a:p>
            <a:r>
              <a:rPr lang="en-US" sz="2000" dirty="0">
                <a:solidFill>
                  <a:schemeClr val="bg1"/>
                </a:solidFill>
              </a:rPr>
              <a:t>The purpose of an IPS is to identify malicious activity, log information, block harmful traffic, and report threats in real-time. </a:t>
            </a:r>
            <a:endParaRPr lang="en-GB" sz="2000" dirty="0">
              <a:solidFill>
                <a:schemeClr val="bg1"/>
              </a:solidFill>
            </a:endParaRPr>
          </a:p>
        </p:txBody>
      </p:sp>
    </p:spTree>
    <p:extLst>
      <p:ext uri="{BB962C8B-B14F-4D97-AF65-F5344CB8AC3E}">
        <p14:creationId xmlns:p14="http://schemas.microsoft.com/office/powerpoint/2010/main" val="1432103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3909-8038-FBF8-807D-A1DA3E08B7C9}"/>
              </a:ext>
            </a:extLst>
          </p:cNvPr>
          <p:cNvSpPr>
            <a:spLocks noGrp="1"/>
          </p:cNvSpPr>
          <p:nvPr>
            <p:ph type="title"/>
          </p:nvPr>
        </p:nvSpPr>
        <p:spPr/>
        <p:txBody>
          <a:bodyPr anchor="b">
            <a:normAutofit/>
          </a:bodyPr>
          <a:lstStyle/>
          <a:p>
            <a:r>
              <a:rPr lang="en-US"/>
              <a:t>The Importance of IPS in cybersecurity </a:t>
            </a:r>
            <a:endParaRPr lang="en-GB" dirty="0"/>
          </a:p>
        </p:txBody>
      </p:sp>
      <p:graphicFrame>
        <p:nvGraphicFramePr>
          <p:cNvPr id="5" name="Content Placeholder 2">
            <a:extLst>
              <a:ext uri="{FF2B5EF4-FFF2-40B4-BE49-F238E27FC236}">
                <a16:creationId xmlns:a16="http://schemas.microsoft.com/office/drawing/2014/main" id="{CCCB03DE-4D82-F0FC-FAC7-D7134B894159}"/>
              </a:ext>
            </a:extLst>
          </p:cNvPr>
          <p:cNvGraphicFramePr>
            <a:graphicFrameLocks noGrp="1"/>
          </p:cNvGraphicFramePr>
          <p:nvPr>
            <p:ph idx="1"/>
            <p:extLst>
              <p:ext uri="{D42A27DB-BD31-4B8C-83A1-F6EECF244321}">
                <p14:modId xmlns:p14="http://schemas.microsoft.com/office/powerpoint/2010/main" val="2056655996"/>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3685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D13521-EAD4-4B23-AE18-3B70AAE67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2EAC6A1-B9AD-4F52-8BFC-D974236C52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2632991A-5881-4C0B-BE55-86E6541DB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4FF107A9-A609-4BE3-AC8C-8A7ABC2E5C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049"/>
          </a:xfrm>
          <a:prstGeom prst="rect">
            <a:avLst/>
          </a:prstGeom>
        </p:spPr>
      </p:pic>
      <p:sp>
        <p:nvSpPr>
          <p:cNvPr id="17" name="Rectangle 16">
            <a:extLst>
              <a:ext uri="{FF2B5EF4-FFF2-40B4-BE49-F238E27FC236}">
                <a16:creationId xmlns:a16="http://schemas.microsoft.com/office/drawing/2014/main" id="{65AB5407-0F8D-4F52-80FD-7B7BCB7DB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7F9C1863-D3CC-6547-0160-9191011555A1}"/>
              </a:ext>
            </a:extLst>
          </p:cNvPr>
          <p:cNvSpPr>
            <a:spLocks noGrp="1"/>
          </p:cNvSpPr>
          <p:nvPr>
            <p:ph type="title"/>
          </p:nvPr>
        </p:nvSpPr>
        <p:spPr>
          <a:xfrm>
            <a:off x="680321" y="2063262"/>
            <a:ext cx="3739279" cy="2661052"/>
          </a:xfrm>
        </p:spPr>
        <p:txBody>
          <a:bodyPr>
            <a:normAutofit/>
          </a:bodyPr>
          <a:lstStyle/>
          <a:p>
            <a:pPr algn="r"/>
            <a:r>
              <a:rPr lang="en-US" sz="4400"/>
              <a:t>Intrusion Detection Vs Intrusion Prevention </a:t>
            </a:r>
            <a:endParaRPr lang="en-GB" sz="4400"/>
          </a:p>
        </p:txBody>
      </p:sp>
      <p:graphicFrame>
        <p:nvGraphicFramePr>
          <p:cNvPr id="5" name="Content Placeholder 2">
            <a:extLst>
              <a:ext uri="{FF2B5EF4-FFF2-40B4-BE49-F238E27FC236}">
                <a16:creationId xmlns:a16="http://schemas.microsoft.com/office/drawing/2014/main" id="{9C6F53EF-E99A-9D83-B21A-C66C7B97022A}"/>
              </a:ext>
            </a:extLst>
          </p:cNvPr>
          <p:cNvGraphicFramePr>
            <a:graphicFrameLocks noGrp="1"/>
          </p:cNvGraphicFramePr>
          <p:nvPr>
            <p:ph idx="1"/>
            <p:extLst>
              <p:ext uri="{D42A27DB-BD31-4B8C-83A1-F6EECF244321}">
                <p14:modId xmlns:p14="http://schemas.microsoft.com/office/powerpoint/2010/main" val="642847637"/>
              </p:ext>
            </p:extLst>
          </p:nvPr>
        </p:nvGraphicFramePr>
        <p:xfrm>
          <a:off x="5437509" y="777860"/>
          <a:ext cx="5955658" cy="538535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72353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3242BD3F-34D8-49D9-AD50-57D2CA82F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01F64344-FAFE-4948-973B-8451CA55833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48" name="Rectangle 47">
            <a:extLst>
              <a:ext uri="{FF2B5EF4-FFF2-40B4-BE49-F238E27FC236}">
                <a16:creationId xmlns:a16="http://schemas.microsoft.com/office/drawing/2014/main" id="{1A6C6EF1-C706-4615-8C87-D960AC8CFA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8325" y="0"/>
            <a:ext cx="4636008"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950EF2F-D329-4C76-A186-2AC329484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787603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E06A1F45-F361-D4DB-43E9-5EBE820C222D}"/>
              </a:ext>
            </a:extLst>
          </p:cNvPr>
          <p:cNvSpPr>
            <a:spLocks noGrp="1"/>
          </p:cNvSpPr>
          <p:nvPr>
            <p:ph type="title"/>
          </p:nvPr>
        </p:nvSpPr>
        <p:spPr>
          <a:xfrm>
            <a:off x="680321" y="753228"/>
            <a:ext cx="7087552" cy="1080938"/>
          </a:xfrm>
        </p:spPr>
        <p:txBody>
          <a:bodyPr>
            <a:normAutofit/>
          </a:bodyPr>
          <a:lstStyle/>
          <a:p>
            <a:r>
              <a:rPr lang="en-US"/>
              <a:t>IDS</a:t>
            </a:r>
            <a:endParaRPr lang="en-GB"/>
          </a:p>
        </p:txBody>
      </p:sp>
      <p:pic>
        <p:nvPicPr>
          <p:cNvPr id="52" name="Picture 51">
            <a:extLst>
              <a:ext uri="{FF2B5EF4-FFF2-40B4-BE49-F238E27FC236}">
                <a16:creationId xmlns:a16="http://schemas.microsoft.com/office/drawing/2014/main" id="{B427DF1C-7943-48BF-8180-3C85130570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0"/>
            <a:ext cx="7967048" cy="321164"/>
          </a:xfrm>
          <a:prstGeom prst="rect">
            <a:avLst/>
          </a:prstGeom>
        </p:spPr>
      </p:pic>
      <p:sp>
        <p:nvSpPr>
          <p:cNvPr id="3" name="Content Placeholder 2">
            <a:extLst>
              <a:ext uri="{FF2B5EF4-FFF2-40B4-BE49-F238E27FC236}">
                <a16:creationId xmlns:a16="http://schemas.microsoft.com/office/drawing/2014/main" id="{EDF280E3-DE4B-A8E0-2444-EFC483D266FB}"/>
              </a:ext>
            </a:extLst>
          </p:cNvPr>
          <p:cNvSpPr>
            <a:spLocks noGrp="1"/>
          </p:cNvSpPr>
          <p:nvPr>
            <p:ph idx="1"/>
          </p:nvPr>
        </p:nvSpPr>
        <p:spPr>
          <a:xfrm>
            <a:off x="680321" y="2336872"/>
            <a:ext cx="6423211" cy="4353487"/>
          </a:xfrm>
        </p:spPr>
        <p:txBody>
          <a:bodyPr>
            <a:normAutofit/>
          </a:bodyPr>
          <a:lstStyle/>
          <a:p>
            <a:r>
              <a:rPr lang="en-GB" sz="1800" dirty="0">
                <a:solidFill>
                  <a:schemeClr val="bg1"/>
                </a:solidFill>
              </a:rPr>
              <a:t>Intrusion Detection System (IDS) is a rapidly growing field that deals with detecting and responding to malicious network traffic and computer misuse. Intrusion detection is the process of identifying and (possibly) responding to malicious activities targeted at computing and network resources. </a:t>
            </a:r>
          </a:p>
          <a:p>
            <a:endParaRPr lang="en-GB" sz="1800" dirty="0">
              <a:solidFill>
                <a:schemeClr val="bg1"/>
              </a:solidFill>
            </a:endParaRPr>
          </a:p>
          <a:p>
            <a:r>
              <a:rPr lang="en-GB" sz="1800" dirty="0">
                <a:solidFill>
                  <a:schemeClr val="bg1"/>
                </a:solidFill>
              </a:rPr>
              <a:t>Any hardware or software computerisation that monitors, detects or responds to events occurring in a network or on a host computer is considered relevant to the intrusion detection approach. </a:t>
            </a:r>
          </a:p>
          <a:p>
            <a:endParaRPr lang="en-GB" sz="1800" dirty="0">
              <a:solidFill>
                <a:schemeClr val="bg1"/>
              </a:solidFill>
            </a:endParaRPr>
          </a:p>
          <a:p>
            <a:r>
              <a:rPr lang="en-GB" sz="1800" dirty="0">
                <a:solidFill>
                  <a:schemeClr val="bg1"/>
                </a:solidFill>
              </a:rPr>
              <a:t>Different IDSs provide varying functionalities and benefits.</a:t>
            </a:r>
          </a:p>
          <a:p>
            <a:endParaRPr lang="en-GB" sz="1600" dirty="0"/>
          </a:p>
        </p:txBody>
      </p:sp>
      <p:sp>
        <p:nvSpPr>
          <p:cNvPr id="54" name="Rectangle 53">
            <a:extLst>
              <a:ext uri="{FF2B5EF4-FFF2-40B4-BE49-F238E27FC236}">
                <a16:creationId xmlns:a16="http://schemas.microsoft.com/office/drawing/2014/main" id="{72D5BAAA-C033-4271-A59A-E59E9E4E5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46423" y="642795"/>
            <a:ext cx="3347830"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Security Camera Sign">
            <a:extLst>
              <a:ext uri="{FF2B5EF4-FFF2-40B4-BE49-F238E27FC236}">
                <a16:creationId xmlns:a16="http://schemas.microsoft.com/office/drawing/2014/main" id="{764D9139-87DF-BFE5-2684-F693697499E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63287" y="2060017"/>
            <a:ext cx="2731172" cy="2731172"/>
          </a:xfrm>
          <a:prstGeom prst="rect">
            <a:avLst/>
          </a:prstGeom>
          <a:ln>
            <a:noFill/>
          </a:ln>
          <a:effectLst/>
        </p:spPr>
      </p:pic>
    </p:spTree>
    <p:extLst>
      <p:ext uri="{BB962C8B-B14F-4D97-AF65-F5344CB8AC3E}">
        <p14:creationId xmlns:p14="http://schemas.microsoft.com/office/powerpoint/2010/main" val="867726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6BCB397-4790-4766-82B8-F6ED3BAAB0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0" name="Rectangle 9">
              <a:extLst>
                <a:ext uri="{FF2B5EF4-FFF2-40B4-BE49-F238E27FC236}">
                  <a16:creationId xmlns:a16="http://schemas.microsoft.com/office/drawing/2014/main" id="{BDB66795-F5BA-4B6C-951C-11DBE9D24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2C790B8-181F-443B-9B01-D67B4B94ABA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5" name="Picture 4">
            <a:extLst>
              <a:ext uri="{FF2B5EF4-FFF2-40B4-BE49-F238E27FC236}">
                <a16:creationId xmlns:a16="http://schemas.microsoft.com/office/drawing/2014/main" id="{FF4FA8C2-6D96-FB35-1C9B-FFCBE503BDAD}"/>
              </a:ext>
            </a:extLst>
          </p:cNvPr>
          <p:cNvPicPr>
            <a:picLocks noChangeAspect="1"/>
          </p:cNvPicPr>
          <p:nvPr/>
        </p:nvPicPr>
        <p:blipFill>
          <a:blip r:embed="rId3"/>
          <a:srcRect l="31482" r="30442" b="-2"/>
          <a:stretch/>
        </p:blipFill>
        <p:spPr>
          <a:xfrm>
            <a:off x="7967050" y="10"/>
            <a:ext cx="4221773" cy="6856310"/>
          </a:xfrm>
          <a:prstGeom prst="rect">
            <a:avLst/>
          </a:prstGeom>
          <a:ln>
            <a:noFill/>
          </a:ln>
          <a:effectLst/>
        </p:spPr>
      </p:pic>
      <p:sp>
        <p:nvSpPr>
          <p:cNvPr id="13" name="Rectangle 12">
            <a:extLst>
              <a:ext uri="{FF2B5EF4-FFF2-40B4-BE49-F238E27FC236}">
                <a16:creationId xmlns:a16="http://schemas.microsoft.com/office/drawing/2014/main" id="{0917D5C4-7346-4128-A893-88F9031A3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796704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57DE7CA-4C63-0C06-21ED-DD145819709E}"/>
              </a:ext>
            </a:extLst>
          </p:cNvPr>
          <p:cNvSpPr>
            <a:spLocks noGrp="1"/>
          </p:cNvSpPr>
          <p:nvPr>
            <p:ph type="title"/>
          </p:nvPr>
        </p:nvSpPr>
        <p:spPr>
          <a:xfrm>
            <a:off x="680321" y="753228"/>
            <a:ext cx="7087552" cy="1080938"/>
          </a:xfrm>
        </p:spPr>
        <p:txBody>
          <a:bodyPr>
            <a:normAutofit/>
          </a:bodyPr>
          <a:lstStyle/>
          <a:p>
            <a:r>
              <a:rPr lang="en-US" dirty="0"/>
              <a:t>IDS</a:t>
            </a:r>
            <a:endParaRPr lang="en-GB" dirty="0"/>
          </a:p>
        </p:txBody>
      </p:sp>
      <p:pic>
        <p:nvPicPr>
          <p:cNvPr id="15" name="Picture 14">
            <a:extLst>
              <a:ext uri="{FF2B5EF4-FFF2-40B4-BE49-F238E27FC236}">
                <a16:creationId xmlns:a16="http://schemas.microsoft.com/office/drawing/2014/main" id="{4EC06EAC-4D4E-4BEC-A580-543F5E0EDE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7967048" cy="321164"/>
          </a:xfrm>
          <a:prstGeom prst="rect">
            <a:avLst/>
          </a:prstGeom>
        </p:spPr>
      </p:pic>
      <p:sp>
        <p:nvSpPr>
          <p:cNvPr id="3" name="Content Placeholder 2">
            <a:extLst>
              <a:ext uri="{FF2B5EF4-FFF2-40B4-BE49-F238E27FC236}">
                <a16:creationId xmlns:a16="http://schemas.microsoft.com/office/drawing/2014/main" id="{877827C7-78FF-32A5-B677-0E7B4F328861}"/>
              </a:ext>
            </a:extLst>
          </p:cNvPr>
          <p:cNvSpPr>
            <a:spLocks noGrp="1"/>
          </p:cNvSpPr>
          <p:nvPr>
            <p:ph idx="1"/>
          </p:nvPr>
        </p:nvSpPr>
        <p:spPr>
          <a:xfrm>
            <a:off x="130623" y="2113872"/>
            <a:ext cx="7836426" cy="4507974"/>
          </a:xfrm>
        </p:spPr>
        <p:txBody>
          <a:bodyPr>
            <a:noAutofit/>
          </a:bodyPr>
          <a:lstStyle/>
          <a:p>
            <a:r>
              <a:rPr lang="en-GB" sz="1800" dirty="0">
                <a:solidFill>
                  <a:schemeClr val="bg1"/>
                </a:solidFill>
              </a:rPr>
              <a:t>An attempt to break or misuse a system is called “intrusion”. An intrusion normally exploits a specific weakness and must be detected as speedily as possible. An intrusion detection system is a system for detecting such intrusions. </a:t>
            </a:r>
          </a:p>
          <a:p>
            <a:endParaRPr lang="en-GB" sz="1800" dirty="0">
              <a:solidFill>
                <a:schemeClr val="bg1"/>
              </a:solidFill>
            </a:endParaRPr>
          </a:p>
          <a:p>
            <a:r>
              <a:rPr lang="en-GB" sz="1800" dirty="0">
                <a:solidFill>
                  <a:schemeClr val="bg1"/>
                </a:solidFill>
              </a:rPr>
              <a:t>Intrusion detection systems are notable components in network security infrastructure. They examine system or network activity to find possible intrusions or attacks and trigger security alerts for the malicious activities. </a:t>
            </a:r>
          </a:p>
          <a:p>
            <a:endParaRPr lang="en-GB" sz="1800" dirty="0">
              <a:solidFill>
                <a:schemeClr val="bg1"/>
              </a:solidFill>
            </a:endParaRPr>
          </a:p>
          <a:p>
            <a:r>
              <a:rPr lang="en-GB" sz="1800" dirty="0">
                <a:solidFill>
                  <a:schemeClr val="bg1"/>
                </a:solidFill>
              </a:rPr>
              <a:t>They are generally categorised as signature-based and anomaly-based detection system.</a:t>
            </a:r>
          </a:p>
          <a:p>
            <a:endParaRPr lang="en-GB" sz="1800" dirty="0">
              <a:solidFill>
                <a:schemeClr val="bg1"/>
              </a:solidFill>
            </a:endParaRPr>
          </a:p>
          <a:p>
            <a:r>
              <a:rPr lang="en-GB" sz="1800" dirty="0">
                <a:solidFill>
                  <a:schemeClr val="bg1"/>
                </a:solidFill>
              </a:rPr>
              <a:t>Other categories are network-based and host-based intrusion detection systems.</a:t>
            </a:r>
          </a:p>
        </p:txBody>
      </p:sp>
    </p:spTree>
    <p:extLst>
      <p:ext uri="{BB962C8B-B14F-4D97-AF65-F5344CB8AC3E}">
        <p14:creationId xmlns:p14="http://schemas.microsoft.com/office/powerpoint/2010/main" val="1248435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98DF7-3644-3979-8580-67533D767D61}"/>
              </a:ext>
            </a:extLst>
          </p:cNvPr>
          <p:cNvSpPr>
            <a:spLocks noGrp="1"/>
          </p:cNvSpPr>
          <p:nvPr>
            <p:ph type="title"/>
          </p:nvPr>
        </p:nvSpPr>
        <p:spPr/>
        <p:txBody>
          <a:bodyPr/>
          <a:lstStyle/>
          <a:p>
            <a:r>
              <a:rPr lang="en-US" dirty="0"/>
              <a:t>IDS</a:t>
            </a:r>
            <a:endParaRPr lang="en-GB" dirty="0"/>
          </a:p>
        </p:txBody>
      </p:sp>
      <p:sp>
        <p:nvSpPr>
          <p:cNvPr id="3" name="Content Placeholder 2">
            <a:extLst>
              <a:ext uri="{FF2B5EF4-FFF2-40B4-BE49-F238E27FC236}">
                <a16:creationId xmlns:a16="http://schemas.microsoft.com/office/drawing/2014/main" id="{9AB257F4-E8B0-64E5-E356-03982203D208}"/>
              </a:ext>
            </a:extLst>
          </p:cNvPr>
          <p:cNvSpPr>
            <a:spLocks noGrp="1"/>
          </p:cNvSpPr>
          <p:nvPr>
            <p:ph idx="1"/>
          </p:nvPr>
        </p:nvSpPr>
        <p:spPr/>
        <p:txBody>
          <a:bodyPr>
            <a:noAutofit/>
          </a:bodyPr>
          <a:lstStyle/>
          <a:p>
            <a:r>
              <a:rPr lang="en-GB" sz="1800" dirty="0">
                <a:solidFill>
                  <a:schemeClr val="bg1"/>
                </a:solidFill>
              </a:rPr>
              <a:t>There is a critical need to be able to deliver systems that can automatically detect intrusion patterns and performance bottlenecks, and dynamically defend themselves. </a:t>
            </a:r>
          </a:p>
          <a:p>
            <a:endParaRPr lang="en-GB" sz="1800" dirty="0">
              <a:solidFill>
                <a:schemeClr val="bg1"/>
              </a:solidFill>
            </a:endParaRPr>
          </a:p>
          <a:p>
            <a:r>
              <a:rPr lang="en-GB" sz="1800" dirty="0">
                <a:solidFill>
                  <a:schemeClr val="bg1"/>
                </a:solidFill>
              </a:rPr>
              <a:t>The main goal of an intrusion detection system is to survive the system and retain its essential services. </a:t>
            </a:r>
          </a:p>
          <a:p>
            <a:r>
              <a:rPr lang="en-GB" sz="1800" dirty="0">
                <a:solidFill>
                  <a:schemeClr val="bg1"/>
                </a:solidFill>
              </a:rPr>
              <a:t>Survivability is often defined by resistance, recognition and recovery. </a:t>
            </a:r>
          </a:p>
          <a:p>
            <a:endParaRPr lang="en-GB" sz="1800" dirty="0">
              <a:solidFill>
                <a:schemeClr val="bg1"/>
              </a:solidFill>
            </a:endParaRPr>
          </a:p>
          <a:p>
            <a:pPr marL="742950" lvl="1" indent="-285750"/>
            <a:r>
              <a:rPr lang="en-GB" sz="1400" dirty="0">
                <a:solidFill>
                  <a:schemeClr val="bg1"/>
                </a:solidFill>
              </a:rPr>
              <a:t>Resistance deals with hardening a system to prevent a break-in or other malicious acts. </a:t>
            </a:r>
          </a:p>
          <a:p>
            <a:pPr marL="285750" indent="-285750">
              <a:buFont typeface="Arial" panose="020B0604020202020204" pitchFamily="34" charset="0"/>
              <a:buChar char="•"/>
            </a:pPr>
            <a:endParaRPr lang="en-GB" sz="1800" dirty="0">
              <a:solidFill>
                <a:schemeClr val="bg1"/>
              </a:solidFill>
            </a:endParaRPr>
          </a:p>
          <a:p>
            <a:pPr marL="742950" lvl="1" indent="-285750"/>
            <a:r>
              <a:rPr lang="en-GB" sz="1400" dirty="0">
                <a:solidFill>
                  <a:schemeClr val="bg1"/>
                </a:solidFill>
              </a:rPr>
              <a:t>Recognition is to detect intrusive behaviour from normal behaviour. </a:t>
            </a:r>
          </a:p>
          <a:p>
            <a:pPr marL="285750" indent="-285750">
              <a:buFont typeface="Arial" panose="020B0604020202020204" pitchFamily="34" charset="0"/>
              <a:buChar char="•"/>
            </a:pPr>
            <a:endParaRPr lang="en-GB" sz="1800" dirty="0">
              <a:solidFill>
                <a:schemeClr val="bg1"/>
              </a:solidFill>
            </a:endParaRPr>
          </a:p>
          <a:p>
            <a:pPr marL="742950" lvl="1" indent="-285750"/>
            <a:r>
              <a:rPr lang="en-GB" sz="1400" dirty="0">
                <a:solidFill>
                  <a:schemeClr val="bg1"/>
                </a:solidFill>
              </a:rPr>
              <a:t>Recovery deals with ways of surviving malicious acts.</a:t>
            </a:r>
          </a:p>
        </p:txBody>
      </p:sp>
    </p:spTree>
    <p:extLst>
      <p:ext uri="{BB962C8B-B14F-4D97-AF65-F5344CB8AC3E}">
        <p14:creationId xmlns:p14="http://schemas.microsoft.com/office/powerpoint/2010/main" val="2609694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1698906-F123-49CB-B633-247AC487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2AFB628-1D2A-4F5A-8E9E-2C8E917B59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5" name="Rectangle 14">
            <a:extLst>
              <a:ext uri="{FF2B5EF4-FFF2-40B4-BE49-F238E27FC236}">
                <a16:creationId xmlns:a16="http://schemas.microsoft.com/office/drawing/2014/main" id="{5D86D9DA-31E3-48ED-9F77-2D8B649BD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4C6B320-AA89-4C19-89F7-71D46B26B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ACDEC89D-EB66-5072-2505-A549203845F3}"/>
              </a:ext>
            </a:extLst>
          </p:cNvPr>
          <p:cNvSpPr>
            <a:spLocks noGrp="1"/>
          </p:cNvSpPr>
          <p:nvPr>
            <p:ph type="title"/>
          </p:nvPr>
        </p:nvSpPr>
        <p:spPr>
          <a:xfrm>
            <a:off x="680321" y="753228"/>
            <a:ext cx="5584677" cy="1080938"/>
          </a:xfrm>
        </p:spPr>
        <p:txBody>
          <a:bodyPr>
            <a:normAutofit/>
          </a:bodyPr>
          <a:lstStyle/>
          <a:p>
            <a:r>
              <a:rPr lang="en-GB" dirty="0"/>
              <a:t>IDS</a:t>
            </a:r>
          </a:p>
        </p:txBody>
      </p:sp>
      <p:pic>
        <p:nvPicPr>
          <p:cNvPr id="19" name="Picture 18">
            <a:extLst>
              <a:ext uri="{FF2B5EF4-FFF2-40B4-BE49-F238E27FC236}">
                <a16:creationId xmlns:a16="http://schemas.microsoft.com/office/drawing/2014/main" id="{4AC1383A-2DFB-422E-8FB2-1CABD96DDF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8" name="Content Placeholder 7">
            <a:extLst>
              <a:ext uri="{FF2B5EF4-FFF2-40B4-BE49-F238E27FC236}">
                <a16:creationId xmlns:a16="http://schemas.microsoft.com/office/drawing/2014/main" id="{4AC7608C-C4F5-E527-19FF-3B2210FC19C6}"/>
              </a:ext>
            </a:extLst>
          </p:cNvPr>
          <p:cNvSpPr>
            <a:spLocks noGrp="1"/>
          </p:cNvSpPr>
          <p:nvPr>
            <p:ph idx="1"/>
          </p:nvPr>
        </p:nvSpPr>
        <p:spPr>
          <a:xfrm>
            <a:off x="680321" y="2336873"/>
            <a:ext cx="5104843" cy="3599316"/>
          </a:xfrm>
        </p:spPr>
        <p:txBody>
          <a:bodyPr>
            <a:normAutofit/>
          </a:bodyPr>
          <a:lstStyle/>
          <a:p>
            <a:r>
              <a:rPr lang="en-GB" sz="1800" dirty="0">
                <a:solidFill>
                  <a:schemeClr val="bg1"/>
                </a:solidFill>
              </a:rPr>
              <a:t>Network-based IDSs are placed at a strategic point or points within the network to examine passing network traffic for signs of intrusion. </a:t>
            </a:r>
          </a:p>
          <a:p>
            <a:endParaRPr lang="en-GB" sz="1800" dirty="0">
              <a:solidFill>
                <a:schemeClr val="bg1"/>
              </a:solidFill>
            </a:endParaRPr>
          </a:p>
          <a:p>
            <a:r>
              <a:rPr lang="en-GB" sz="1800" dirty="0">
                <a:solidFill>
                  <a:schemeClr val="bg1"/>
                </a:solidFill>
              </a:rPr>
              <a:t>Whereas host-based IDSs are run on individual hosts or devices on the network and look at user and process activity for signs of malicious behaviour.</a:t>
            </a:r>
          </a:p>
          <a:p>
            <a:endParaRPr lang="en-US" sz="2000" dirty="0"/>
          </a:p>
        </p:txBody>
      </p:sp>
      <p:sp>
        <p:nvSpPr>
          <p:cNvPr id="21" name="Rectangle 20">
            <a:extLst>
              <a:ext uri="{FF2B5EF4-FFF2-40B4-BE49-F238E27FC236}">
                <a16:creationId xmlns:a16="http://schemas.microsoft.com/office/drawing/2014/main" id="{645EE119-0AC6-45BA-AE5E-A86AFE1C7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network&#10;&#10;Description automatically generated">
            <a:extLst>
              <a:ext uri="{FF2B5EF4-FFF2-40B4-BE49-F238E27FC236}">
                <a16:creationId xmlns:a16="http://schemas.microsoft.com/office/drawing/2014/main" id="{A275F1F9-A532-BD45-EE1A-D7AA8934CF18}"/>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7043933" y="2250013"/>
            <a:ext cx="4178419" cy="2351179"/>
          </a:xfrm>
          <a:prstGeom prst="rect">
            <a:avLst/>
          </a:prstGeom>
          <a:ln>
            <a:noFill/>
          </a:ln>
          <a:effectLst/>
        </p:spPr>
      </p:pic>
    </p:spTree>
    <p:extLst>
      <p:ext uri="{BB962C8B-B14F-4D97-AF65-F5344CB8AC3E}">
        <p14:creationId xmlns:p14="http://schemas.microsoft.com/office/powerpoint/2010/main" val="1722880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698906-F123-49CB-B633-247AC487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2AFB628-1D2A-4F5A-8E9E-2C8E917B59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3" name="Rectangle 12">
            <a:extLst>
              <a:ext uri="{FF2B5EF4-FFF2-40B4-BE49-F238E27FC236}">
                <a16:creationId xmlns:a16="http://schemas.microsoft.com/office/drawing/2014/main" id="{5D86D9DA-31E3-48ED-9F77-2D8B649BD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C6B320-AA89-4C19-89F7-71D46B26B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8FE31926-AC08-EF2E-F7F2-A5B64CB23C9F}"/>
              </a:ext>
            </a:extLst>
          </p:cNvPr>
          <p:cNvSpPr>
            <a:spLocks noGrp="1"/>
          </p:cNvSpPr>
          <p:nvPr>
            <p:ph type="title"/>
          </p:nvPr>
        </p:nvSpPr>
        <p:spPr>
          <a:xfrm>
            <a:off x="680321" y="753228"/>
            <a:ext cx="5584677" cy="1080938"/>
          </a:xfrm>
        </p:spPr>
        <p:txBody>
          <a:bodyPr>
            <a:normAutofit/>
          </a:bodyPr>
          <a:lstStyle/>
          <a:p>
            <a:r>
              <a:rPr lang="en-GB" dirty="0"/>
              <a:t>Host-Based</a:t>
            </a:r>
          </a:p>
        </p:txBody>
      </p:sp>
      <p:pic>
        <p:nvPicPr>
          <p:cNvPr id="17" name="Picture 16">
            <a:extLst>
              <a:ext uri="{FF2B5EF4-FFF2-40B4-BE49-F238E27FC236}">
                <a16:creationId xmlns:a16="http://schemas.microsoft.com/office/drawing/2014/main" id="{4AC1383A-2DFB-422E-8FB2-1CABD96DDF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3" name="Content Placeholder 2">
            <a:extLst>
              <a:ext uri="{FF2B5EF4-FFF2-40B4-BE49-F238E27FC236}">
                <a16:creationId xmlns:a16="http://schemas.microsoft.com/office/drawing/2014/main" id="{0EEEFB85-EC3B-2EC1-99B7-48AAE7B4207E}"/>
              </a:ext>
            </a:extLst>
          </p:cNvPr>
          <p:cNvSpPr>
            <a:spLocks noGrp="1"/>
          </p:cNvSpPr>
          <p:nvPr>
            <p:ph idx="1"/>
          </p:nvPr>
        </p:nvSpPr>
        <p:spPr>
          <a:xfrm>
            <a:off x="680321" y="2336873"/>
            <a:ext cx="5104843" cy="3599316"/>
          </a:xfrm>
        </p:spPr>
        <p:txBody>
          <a:bodyPr>
            <a:normAutofit/>
          </a:bodyPr>
          <a:lstStyle/>
          <a:p>
            <a:r>
              <a:rPr lang="en-GB" sz="1600" dirty="0">
                <a:solidFill>
                  <a:schemeClr val="bg1"/>
                </a:solidFill>
              </a:rPr>
              <a:t>A host-based intrusion detection system (HIDS) is additional software installed on a system such as a workstation or a server.</a:t>
            </a:r>
          </a:p>
          <a:p>
            <a:endParaRPr lang="en-GB" sz="1600" dirty="0">
              <a:solidFill>
                <a:schemeClr val="bg1"/>
              </a:solidFill>
            </a:endParaRPr>
          </a:p>
          <a:p>
            <a:r>
              <a:rPr lang="en-GB" sz="1600" dirty="0">
                <a:solidFill>
                  <a:schemeClr val="bg1"/>
                </a:solidFill>
              </a:rPr>
              <a:t>It provides protection to the individual host and can detect potential attacks and protect critical operating system files. The primary goal of any IDS is to monitor traffic.</a:t>
            </a:r>
          </a:p>
          <a:p>
            <a:endParaRPr lang="en-GB" sz="1600" dirty="0">
              <a:solidFill>
                <a:schemeClr val="bg1"/>
              </a:solidFill>
            </a:endParaRPr>
          </a:p>
          <a:p>
            <a:r>
              <a:rPr lang="en-GB" sz="1600" dirty="0">
                <a:solidFill>
                  <a:schemeClr val="bg1"/>
                </a:solidFill>
              </a:rPr>
              <a:t>The role of a host IDS is </a:t>
            </a:r>
            <a:r>
              <a:rPr lang="en-GB" sz="1600" b="1" u="sng" dirty="0">
                <a:solidFill>
                  <a:schemeClr val="bg1"/>
                </a:solidFill>
              </a:rPr>
              <a:t>passive</a:t>
            </a:r>
            <a:r>
              <a:rPr lang="en-GB" sz="1600" dirty="0">
                <a:solidFill>
                  <a:schemeClr val="bg1"/>
                </a:solidFill>
              </a:rPr>
              <a:t>, only gathering, identifying, logging, and alerting</a:t>
            </a:r>
            <a:endParaRPr lang="en-GB" sz="2000" dirty="0">
              <a:solidFill>
                <a:schemeClr val="bg1"/>
              </a:solidFill>
            </a:endParaRPr>
          </a:p>
        </p:txBody>
      </p:sp>
      <p:sp>
        <p:nvSpPr>
          <p:cNvPr id="19" name="Rectangle 18">
            <a:extLst>
              <a:ext uri="{FF2B5EF4-FFF2-40B4-BE49-F238E27FC236}">
                <a16:creationId xmlns:a16="http://schemas.microsoft.com/office/drawing/2014/main" id="{645EE119-0AC6-45BA-AE5E-A86AFE1C7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iagram of a server&#10;&#10;Description automatically generated">
            <a:extLst>
              <a:ext uri="{FF2B5EF4-FFF2-40B4-BE49-F238E27FC236}">
                <a16:creationId xmlns:a16="http://schemas.microsoft.com/office/drawing/2014/main" id="{8787D2AB-8B94-15D9-A669-E2477E1706C4}"/>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7043933" y="2250013"/>
            <a:ext cx="4178419" cy="2351179"/>
          </a:xfrm>
          <a:prstGeom prst="rect">
            <a:avLst/>
          </a:prstGeom>
          <a:ln>
            <a:noFill/>
          </a:ln>
          <a:effectLst/>
        </p:spPr>
      </p:pic>
    </p:spTree>
    <p:extLst>
      <p:ext uri="{BB962C8B-B14F-4D97-AF65-F5344CB8AC3E}">
        <p14:creationId xmlns:p14="http://schemas.microsoft.com/office/powerpoint/2010/main" val="4078516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1698906-F123-49CB-B633-247AC487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2AFB628-1D2A-4F5A-8E9E-2C8E917B59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5" name="Rectangle 14">
            <a:extLst>
              <a:ext uri="{FF2B5EF4-FFF2-40B4-BE49-F238E27FC236}">
                <a16:creationId xmlns:a16="http://schemas.microsoft.com/office/drawing/2014/main" id="{5D86D9DA-31E3-48ED-9F77-2D8B649BD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4C6B320-AA89-4C19-89F7-71D46B26B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79A3C21-ABB5-D77F-0AAE-D8E4EF92E61C}"/>
              </a:ext>
            </a:extLst>
          </p:cNvPr>
          <p:cNvSpPr>
            <a:spLocks noGrp="1"/>
          </p:cNvSpPr>
          <p:nvPr>
            <p:ph type="title"/>
          </p:nvPr>
        </p:nvSpPr>
        <p:spPr>
          <a:xfrm>
            <a:off x="680321" y="753228"/>
            <a:ext cx="5584677" cy="1080938"/>
          </a:xfrm>
        </p:spPr>
        <p:txBody>
          <a:bodyPr>
            <a:normAutofit/>
          </a:bodyPr>
          <a:lstStyle/>
          <a:p>
            <a:r>
              <a:rPr lang="en-GB" dirty="0"/>
              <a:t>Signature-Based</a:t>
            </a:r>
          </a:p>
        </p:txBody>
      </p:sp>
      <p:pic>
        <p:nvPicPr>
          <p:cNvPr id="19" name="Picture 18">
            <a:extLst>
              <a:ext uri="{FF2B5EF4-FFF2-40B4-BE49-F238E27FC236}">
                <a16:creationId xmlns:a16="http://schemas.microsoft.com/office/drawing/2014/main" id="{4AC1383A-2DFB-422E-8FB2-1CABD96DDF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8" name="Content Placeholder 7">
            <a:extLst>
              <a:ext uri="{FF2B5EF4-FFF2-40B4-BE49-F238E27FC236}">
                <a16:creationId xmlns:a16="http://schemas.microsoft.com/office/drawing/2014/main" id="{32BC6F79-31AA-977C-4218-414FF434F9E7}"/>
              </a:ext>
            </a:extLst>
          </p:cNvPr>
          <p:cNvSpPr>
            <a:spLocks noGrp="1"/>
          </p:cNvSpPr>
          <p:nvPr>
            <p:ph idx="1"/>
          </p:nvPr>
        </p:nvSpPr>
        <p:spPr>
          <a:xfrm>
            <a:off x="680321" y="2336872"/>
            <a:ext cx="5104843" cy="4353487"/>
          </a:xfrm>
        </p:spPr>
        <p:txBody>
          <a:bodyPr>
            <a:normAutofit lnSpcReduction="10000"/>
          </a:bodyPr>
          <a:lstStyle/>
          <a:p>
            <a:r>
              <a:rPr lang="en-GB" sz="1800" dirty="0">
                <a:solidFill>
                  <a:schemeClr val="bg1"/>
                </a:solidFill>
              </a:rPr>
              <a:t>Signature-based IDSs, which are very effective against known attacks, are deployed. </a:t>
            </a:r>
          </a:p>
          <a:p>
            <a:endParaRPr lang="en-GB" sz="1800" dirty="0">
              <a:solidFill>
                <a:schemeClr val="bg1"/>
              </a:solidFill>
            </a:endParaRPr>
          </a:p>
          <a:p>
            <a:r>
              <a:rPr lang="en-GB" sz="1800" dirty="0">
                <a:solidFill>
                  <a:schemeClr val="bg1"/>
                </a:solidFill>
              </a:rPr>
              <a:t>Signature-based systems (also know as misuse detection systems) detect attacks based on known cases of misuse. </a:t>
            </a:r>
          </a:p>
          <a:p>
            <a:endParaRPr lang="en-GB" sz="1800" dirty="0">
              <a:solidFill>
                <a:schemeClr val="bg1"/>
              </a:solidFill>
            </a:endParaRPr>
          </a:p>
          <a:p>
            <a:r>
              <a:rPr lang="en-GB" sz="1800" dirty="0">
                <a:solidFill>
                  <a:schemeClr val="bg1"/>
                </a:solidFill>
              </a:rPr>
              <a:t>Advantages of misuse detection are high confidence in detection, low false positive rate and an unambiguous detailed identification of attack.</a:t>
            </a:r>
          </a:p>
          <a:p>
            <a:r>
              <a:rPr lang="en-GB" sz="1800" dirty="0">
                <a:solidFill>
                  <a:schemeClr val="bg1"/>
                </a:solidFill>
              </a:rPr>
              <a:t>Disadvantages are inability to detect unknown attacks and the need for expert knowledge to create signatures</a:t>
            </a:r>
          </a:p>
          <a:p>
            <a:endParaRPr lang="en-US" sz="2000" dirty="0"/>
          </a:p>
        </p:txBody>
      </p:sp>
      <p:sp>
        <p:nvSpPr>
          <p:cNvPr id="21" name="Rectangle 20">
            <a:extLst>
              <a:ext uri="{FF2B5EF4-FFF2-40B4-BE49-F238E27FC236}">
                <a16:creationId xmlns:a16="http://schemas.microsoft.com/office/drawing/2014/main" id="{645EE119-0AC6-45BA-AE5E-A86AFE1C7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close-up of a sign&#10;&#10;Description automatically generated">
            <a:extLst>
              <a:ext uri="{FF2B5EF4-FFF2-40B4-BE49-F238E27FC236}">
                <a16:creationId xmlns:a16="http://schemas.microsoft.com/office/drawing/2014/main" id="{085F090B-E82F-0FC5-DEA4-BBA6ACA12347}"/>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7043933" y="2250013"/>
            <a:ext cx="4178419" cy="2351179"/>
          </a:xfrm>
          <a:prstGeom prst="rect">
            <a:avLst/>
          </a:prstGeom>
          <a:ln>
            <a:noFill/>
          </a:ln>
          <a:effectLst/>
        </p:spPr>
      </p:pic>
    </p:spTree>
    <p:extLst>
      <p:ext uri="{BB962C8B-B14F-4D97-AF65-F5344CB8AC3E}">
        <p14:creationId xmlns:p14="http://schemas.microsoft.com/office/powerpoint/2010/main" val="329313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698906-F123-49CB-B633-247AC487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2AFB628-1D2A-4F5A-8E9E-2C8E917B59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3" name="Rectangle 12">
            <a:extLst>
              <a:ext uri="{FF2B5EF4-FFF2-40B4-BE49-F238E27FC236}">
                <a16:creationId xmlns:a16="http://schemas.microsoft.com/office/drawing/2014/main" id="{5D86D9DA-31E3-48ED-9F77-2D8B649BD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C6B320-AA89-4C19-89F7-71D46B26B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3246FE6-E4B9-C52F-52B5-AEA386153A3F}"/>
              </a:ext>
            </a:extLst>
          </p:cNvPr>
          <p:cNvSpPr>
            <a:spLocks noGrp="1"/>
          </p:cNvSpPr>
          <p:nvPr>
            <p:ph type="title"/>
          </p:nvPr>
        </p:nvSpPr>
        <p:spPr>
          <a:xfrm>
            <a:off x="680321" y="753228"/>
            <a:ext cx="5584677" cy="1080938"/>
          </a:xfrm>
        </p:spPr>
        <p:txBody>
          <a:bodyPr>
            <a:normAutofit/>
          </a:bodyPr>
          <a:lstStyle/>
          <a:p>
            <a:r>
              <a:rPr lang="en-GB" dirty="0"/>
              <a:t>Anomaly Detection </a:t>
            </a:r>
          </a:p>
        </p:txBody>
      </p:sp>
      <p:pic>
        <p:nvPicPr>
          <p:cNvPr id="17" name="Picture 16">
            <a:extLst>
              <a:ext uri="{FF2B5EF4-FFF2-40B4-BE49-F238E27FC236}">
                <a16:creationId xmlns:a16="http://schemas.microsoft.com/office/drawing/2014/main" id="{4AC1383A-2DFB-422E-8FB2-1CABD96DDF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3" name="Content Placeholder 2">
            <a:extLst>
              <a:ext uri="{FF2B5EF4-FFF2-40B4-BE49-F238E27FC236}">
                <a16:creationId xmlns:a16="http://schemas.microsoft.com/office/drawing/2014/main" id="{7C439FB8-7A3C-D5FD-5D25-F0FE114F27B2}"/>
              </a:ext>
            </a:extLst>
          </p:cNvPr>
          <p:cNvSpPr>
            <a:spLocks noGrp="1"/>
          </p:cNvSpPr>
          <p:nvPr>
            <p:ph idx="1"/>
          </p:nvPr>
        </p:nvSpPr>
        <p:spPr>
          <a:xfrm>
            <a:off x="680321" y="2336873"/>
            <a:ext cx="5104843" cy="3599316"/>
          </a:xfrm>
        </p:spPr>
        <p:txBody>
          <a:bodyPr>
            <a:normAutofit/>
          </a:bodyPr>
          <a:lstStyle/>
          <a:p>
            <a:r>
              <a:rPr lang="en-GB" sz="1600" dirty="0">
                <a:solidFill>
                  <a:schemeClr val="bg1"/>
                </a:solidFill>
              </a:rPr>
              <a:t>Anomaly detection has attracted the attention of many researchers to overcome the weakness of signature-based IDSs in detecting novel attacks. </a:t>
            </a:r>
          </a:p>
          <a:p>
            <a:endParaRPr lang="en-GB" sz="1600" dirty="0">
              <a:solidFill>
                <a:schemeClr val="bg1"/>
              </a:solidFill>
            </a:endParaRPr>
          </a:p>
          <a:p>
            <a:r>
              <a:rPr lang="en-GB" sz="1600" dirty="0">
                <a:solidFill>
                  <a:schemeClr val="bg1"/>
                </a:solidFill>
              </a:rPr>
              <a:t>Anomaly IDS—that are looking for abnormal behaviour of a monitored user or system. It is</a:t>
            </a:r>
          </a:p>
          <a:p>
            <a:r>
              <a:rPr lang="en-GB" sz="1600" dirty="0">
                <a:solidFill>
                  <a:schemeClr val="bg1"/>
                </a:solidFill>
              </a:rPr>
              <a:t>more effective for detection of unknown, new types of attacks.</a:t>
            </a:r>
          </a:p>
          <a:p>
            <a:endParaRPr lang="en-GB" sz="1600" dirty="0">
              <a:solidFill>
                <a:schemeClr val="bg1"/>
              </a:solidFill>
            </a:endParaRPr>
          </a:p>
          <a:p>
            <a:r>
              <a:rPr lang="en-GB" sz="1600" dirty="0">
                <a:solidFill>
                  <a:schemeClr val="bg1"/>
                </a:solidFill>
              </a:rPr>
              <a:t>However, having a relatively high false alarm rate, anomaly detection has not been wildly used in real networks. </a:t>
            </a:r>
          </a:p>
          <a:p>
            <a:endParaRPr lang="en-GB" sz="2000" dirty="0"/>
          </a:p>
        </p:txBody>
      </p:sp>
      <p:sp>
        <p:nvSpPr>
          <p:cNvPr id="19" name="Rectangle 18">
            <a:extLst>
              <a:ext uri="{FF2B5EF4-FFF2-40B4-BE49-F238E27FC236}">
                <a16:creationId xmlns:a16="http://schemas.microsoft.com/office/drawing/2014/main" id="{645EE119-0AC6-45BA-AE5E-A86AFE1C7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iagram of a building&#10;&#10;Description automatically generated">
            <a:extLst>
              <a:ext uri="{FF2B5EF4-FFF2-40B4-BE49-F238E27FC236}">
                <a16:creationId xmlns:a16="http://schemas.microsoft.com/office/drawing/2014/main" id="{B708D627-9C78-F19C-61C2-4DC811B5D335}"/>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7043933" y="2250013"/>
            <a:ext cx="4178419" cy="2351179"/>
          </a:xfrm>
          <a:prstGeom prst="rect">
            <a:avLst/>
          </a:prstGeom>
          <a:ln>
            <a:noFill/>
          </a:ln>
          <a:effectLst/>
        </p:spPr>
      </p:pic>
    </p:spTree>
    <p:extLst>
      <p:ext uri="{BB962C8B-B14F-4D97-AF65-F5344CB8AC3E}">
        <p14:creationId xmlns:p14="http://schemas.microsoft.com/office/powerpoint/2010/main" val="3116255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0FA309-807F-4C17-98EF-A3BA7388E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642A87B-CAE9-4F8F-B293-28388E45D9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C8FA1749-B91A-40E7-AD01-0B9C9C6AF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B7A934F-FFF7-4353-83D3-4EF66E93EEF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6" name="Rectangle 15">
            <a:extLst>
              <a:ext uri="{FF2B5EF4-FFF2-40B4-BE49-F238E27FC236}">
                <a16:creationId xmlns:a16="http://schemas.microsoft.com/office/drawing/2014/main" id="{700676C8-6DE8-47DD-9A23-D42063A12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5A81052-7473-2DA1-66C8-15B0034B4EE0}"/>
              </a:ext>
            </a:extLst>
          </p:cNvPr>
          <p:cNvSpPr>
            <a:spLocks noGrp="1"/>
          </p:cNvSpPr>
          <p:nvPr>
            <p:ph type="title"/>
          </p:nvPr>
        </p:nvSpPr>
        <p:spPr>
          <a:xfrm>
            <a:off x="680321" y="2063262"/>
            <a:ext cx="3739279" cy="2661052"/>
          </a:xfrm>
        </p:spPr>
        <p:txBody>
          <a:bodyPr>
            <a:normAutofit/>
          </a:bodyPr>
          <a:lstStyle/>
          <a:p>
            <a:pPr algn="r"/>
            <a:r>
              <a:rPr lang="en-GB" sz="4400">
                <a:solidFill>
                  <a:srgbClr val="FFFFFF"/>
                </a:solidFill>
              </a:rPr>
              <a:t>IDS</a:t>
            </a:r>
          </a:p>
        </p:txBody>
      </p:sp>
      <p:sp>
        <p:nvSpPr>
          <p:cNvPr id="3" name="Content Placeholder 2">
            <a:extLst>
              <a:ext uri="{FF2B5EF4-FFF2-40B4-BE49-F238E27FC236}">
                <a16:creationId xmlns:a16="http://schemas.microsoft.com/office/drawing/2014/main" id="{316B39D6-AE6F-3740-7D9A-A942851E001E}"/>
              </a:ext>
            </a:extLst>
          </p:cNvPr>
          <p:cNvSpPr>
            <a:spLocks noGrp="1"/>
          </p:cNvSpPr>
          <p:nvPr>
            <p:ph idx="1"/>
          </p:nvPr>
        </p:nvSpPr>
        <p:spPr>
          <a:xfrm>
            <a:off x="5287995" y="661106"/>
            <a:ext cx="6257362" cy="5503101"/>
          </a:xfrm>
        </p:spPr>
        <p:txBody>
          <a:bodyPr anchor="ctr">
            <a:normAutofit lnSpcReduction="10000"/>
          </a:bodyPr>
          <a:lstStyle/>
          <a:p>
            <a:r>
              <a:rPr lang="en-GB" sz="1800" dirty="0">
                <a:solidFill>
                  <a:schemeClr val="bg1"/>
                </a:solidFill>
              </a:rPr>
              <a:t>An IDS is the high-tech comparable to an intruder alarm, one that is constructed to</a:t>
            </a:r>
          </a:p>
          <a:p>
            <a:r>
              <a:rPr lang="en-GB" sz="1800" dirty="0">
                <a:solidFill>
                  <a:schemeClr val="bg1"/>
                </a:solidFill>
              </a:rPr>
              <a:t>display data entries, unfriendly activities, and known intruders.</a:t>
            </a:r>
          </a:p>
          <a:p>
            <a:endParaRPr lang="en-GB" sz="1800" dirty="0">
              <a:solidFill>
                <a:schemeClr val="bg1"/>
              </a:solidFill>
            </a:endParaRPr>
          </a:p>
          <a:p>
            <a:r>
              <a:rPr lang="en-GB" sz="1800" dirty="0">
                <a:solidFill>
                  <a:schemeClr val="bg1"/>
                </a:solidFill>
              </a:rPr>
              <a:t>An IDS is a dedicated tool that knows how to analyse and interpret network traffic and/or host activities.</a:t>
            </a:r>
          </a:p>
          <a:p>
            <a:endParaRPr lang="en-GB" sz="1800" dirty="0">
              <a:solidFill>
                <a:schemeClr val="bg1"/>
              </a:solidFill>
            </a:endParaRPr>
          </a:p>
          <a:p>
            <a:r>
              <a:rPr lang="en-GB" sz="1800" dirty="0">
                <a:solidFill>
                  <a:schemeClr val="bg1"/>
                </a:solidFill>
              </a:rPr>
              <a:t>This data can range from network packet examination to the contents of log files from routers, firewalls, and servers, local system logs and access calls, network flow data, and more. </a:t>
            </a:r>
          </a:p>
          <a:p>
            <a:endParaRPr lang="en-GB" sz="1800" dirty="0">
              <a:solidFill>
                <a:schemeClr val="bg1"/>
              </a:solidFill>
            </a:endParaRPr>
          </a:p>
          <a:p>
            <a:r>
              <a:rPr lang="en-GB" sz="1800" dirty="0">
                <a:solidFill>
                  <a:schemeClr val="bg1"/>
                </a:solidFill>
              </a:rPr>
              <a:t>Additionally, an IDS often stores a record of known attack signatures and can compare patterns of activity, traffic, or behaviour it sees in the data it’s monitoring against those signatures to distinguish when a close match concerning a signature and existing or a new behaviour occurs</a:t>
            </a:r>
          </a:p>
          <a:p>
            <a:endParaRPr lang="en-GB" sz="1700" dirty="0">
              <a:solidFill>
                <a:srgbClr val="FFFFFF"/>
              </a:solidFill>
            </a:endParaRPr>
          </a:p>
        </p:txBody>
      </p:sp>
    </p:spTree>
    <p:extLst>
      <p:ext uri="{BB962C8B-B14F-4D97-AF65-F5344CB8AC3E}">
        <p14:creationId xmlns:p14="http://schemas.microsoft.com/office/powerpoint/2010/main" val="403261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85FFDC-0CAD-450C-A1F1-75E392CC8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9672BDB-4ABD-40E5-A8B8-F7340E3BD8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B1FA2BC7-3F19-4E1C-B3D1-19995D9F6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62FF40B5-1E36-4442-8D28-D1AA571AD2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7" name="Rectangle 16">
            <a:extLst>
              <a:ext uri="{FF2B5EF4-FFF2-40B4-BE49-F238E27FC236}">
                <a16:creationId xmlns:a16="http://schemas.microsoft.com/office/drawing/2014/main" id="{73C09592-2DB2-47C0-A5CB-BD39288D1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E7E93B5B-254E-2353-13DD-A7203F47B82B}"/>
              </a:ext>
            </a:extLst>
          </p:cNvPr>
          <p:cNvSpPr>
            <a:spLocks noGrp="1"/>
          </p:cNvSpPr>
          <p:nvPr>
            <p:ph type="title"/>
          </p:nvPr>
        </p:nvSpPr>
        <p:spPr>
          <a:xfrm>
            <a:off x="680321" y="2063262"/>
            <a:ext cx="3739279" cy="2661052"/>
          </a:xfrm>
        </p:spPr>
        <p:txBody>
          <a:bodyPr>
            <a:normAutofit/>
          </a:bodyPr>
          <a:lstStyle/>
          <a:p>
            <a:pPr algn="r"/>
            <a:r>
              <a:rPr lang="en-GB" sz="4400"/>
              <a:t>Ping of Death</a:t>
            </a:r>
            <a:br>
              <a:rPr lang="en-GB" sz="4400"/>
            </a:br>
            <a:endParaRPr lang="en-GB" sz="4400"/>
          </a:p>
        </p:txBody>
      </p:sp>
      <p:graphicFrame>
        <p:nvGraphicFramePr>
          <p:cNvPr id="6" name="Content Placeholder 2">
            <a:extLst>
              <a:ext uri="{FF2B5EF4-FFF2-40B4-BE49-F238E27FC236}">
                <a16:creationId xmlns:a16="http://schemas.microsoft.com/office/drawing/2014/main" id="{8BD68A41-2EA4-F68F-6507-ECF541C00304}"/>
              </a:ext>
            </a:extLst>
          </p:cNvPr>
          <p:cNvGraphicFramePr>
            <a:graphicFrameLocks noGrp="1"/>
          </p:cNvGraphicFramePr>
          <p:nvPr>
            <p:ph idx="1"/>
            <p:extLst>
              <p:ext uri="{D42A27DB-BD31-4B8C-83A1-F6EECF244321}">
                <p14:modId xmlns:p14="http://schemas.microsoft.com/office/powerpoint/2010/main" val="210693428"/>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94717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1698906-F123-49CB-B633-247AC487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2AFB628-1D2A-4F5A-8E9E-2C8E917B59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5" name="Rectangle 14">
            <a:extLst>
              <a:ext uri="{FF2B5EF4-FFF2-40B4-BE49-F238E27FC236}">
                <a16:creationId xmlns:a16="http://schemas.microsoft.com/office/drawing/2014/main" id="{5D86D9DA-31E3-48ED-9F77-2D8B649BD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4C6B320-AA89-4C19-89F7-71D46B26B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4B0D1F3-1058-528D-2B7F-F3764CF5BB6C}"/>
              </a:ext>
            </a:extLst>
          </p:cNvPr>
          <p:cNvSpPr>
            <a:spLocks noGrp="1"/>
          </p:cNvSpPr>
          <p:nvPr>
            <p:ph type="title"/>
          </p:nvPr>
        </p:nvSpPr>
        <p:spPr>
          <a:xfrm>
            <a:off x="680321" y="753228"/>
            <a:ext cx="5584677" cy="1080938"/>
          </a:xfrm>
        </p:spPr>
        <p:txBody>
          <a:bodyPr>
            <a:normAutofit/>
          </a:bodyPr>
          <a:lstStyle/>
          <a:p>
            <a:r>
              <a:rPr lang="en-GB" sz="3600" dirty="0"/>
              <a:t>Ping of Death</a:t>
            </a:r>
            <a:br>
              <a:rPr lang="en-GB" sz="3600" dirty="0"/>
            </a:br>
            <a:endParaRPr lang="en-GB" dirty="0"/>
          </a:p>
        </p:txBody>
      </p:sp>
      <p:pic>
        <p:nvPicPr>
          <p:cNvPr id="19" name="Picture 18">
            <a:extLst>
              <a:ext uri="{FF2B5EF4-FFF2-40B4-BE49-F238E27FC236}">
                <a16:creationId xmlns:a16="http://schemas.microsoft.com/office/drawing/2014/main" id="{4AC1383A-2DFB-422E-8FB2-1CABD96DDF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8" name="Content Placeholder 7">
            <a:extLst>
              <a:ext uri="{FF2B5EF4-FFF2-40B4-BE49-F238E27FC236}">
                <a16:creationId xmlns:a16="http://schemas.microsoft.com/office/drawing/2014/main" id="{06BA2B95-A676-559D-B36D-49392A905151}"/>
              </a:ext>
            </a:extLst>
          </p:cNvPr>
          <p:cNvSpPr>
            <a:spLocks noGrp="1"/>
          </p:cNvSpPr>
          <p:nvPr>
            <p:ph idx="1"/>
          </p:nvPr>
        </p:nvSpPr>
        <p:spPr>
          <a:xfrm>
            <a:off x="680321" y="2336873"/>
            <a:ext cx="5104843" cy="3599316"/>
          </a:xfrm>
        </p:spPr>
        <p:txBody>
          <a:bodyPr>
            <a:normAutofit/>
          </a:bodyPr>
          <a:lstStyle/>
          <a:p>
            <a:endParaRPr lang="en-GB" sz="1800" dirty="0"/>
          </a:p>
          <a:p>
            <a:r>
              <a:rPr lang="en-GB" sz="1600" dirty="0">
                <a:solidFill>
                  <a:schemeClr val="bg1"/>
                </a:solidFill>
              </a:rPr>
              <a:t>The ping command is usually used to test the availability of a network resource. </a:t>
            </a:r>
          </a:p>
          <a:p>
            <a:endParaRPr lang="en-GB" sz="1600" dirty="0">
              <a:solidFill>
                <a:schemeClr val="bg1"/>
              </a:solidFill>
            </a:endParaRPr>
          </a:p>
          <a:p>
            <a:r>
              <a:rPr lang="en-GB" sz="1600" dirty="0">
                <a:solidFill>
                  <a:schemeClr val="bg1"/>
                </a:solidFill>
              </a:rPr>
              <a:t>It works by sending small data packets to the network resource. </a:t>
            </a:r>
          </a:p>
          <a:p>
            <a:endParaRPr lang="en-GB" sz="1600" dirty="0">
              <a:solidFill>
                <a:schemeClr val="bg1"/>
              </a:solidFill>
            </a:endParaRPr>
          </a:p>
          <a:p>
            <a:r>
              <a:rPr lang="en-GB" sz="1600" dirty="0">
                <a:solidFill>
                  <a:schemeClr val="bg1"/>
                </a:solidFill>
              </a:rPr>
              <a:t>Since the sent data packages are larger than what the server can handle, the server can freeze, reboot, or crash.</a:t>
            </a:r>
          </a:p>
          <a:p>
            <a:endParaRPr lang="en-US" sz="2000" dirty="0"/>
          </a:p>
        </p:txBody>
      </p:sp>
      <p:sp>
        <p:nvSpPr>
          <p:cNvPr id="21" name="Rectangle 20">
            <a:extLst>
              <a:ext uri="{FF2B5EF4-FFF2-40B4-BE49-F238E27FC236}">
                <a16:creationId xmlns:a16="http://schemas.microsoft.com/office/drawing/2014/main" id="{645EE119-0AC6-45BA-AE5E-A86AFE1C7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computer network&#10;&#10;Description automatically generated">
            <a:extLst>
              <a:ext uri="{FF2B5EF4-FFF2-40B4-BE49-F238E27FC236}">
                <a16:creationId xmlns:a16="http://schemas.microsoft.com/office/drawing/2014/main" id="{006FDA2D-14E2-3B28-0788-31D58A135092}"/>
              </a:ext>
            </a:extLst>
          </p:cNvPr>
          <p:cNvPicPr>
            <a:picLocks noChangeAspect="1"/>
          </p:cNvPicPr>
          <p:nvPr/>
        </p:nvPicPr>
        <p:blipFill>
          <a:blip r:embed="rId4"/>
          <a:stretch>
            <a:fillRect/>
          </a:stretch>
        </p:blipFill>
        <p:spPr>
          <a:xfrm>
            <a:off x="7043933" y="2051948"/>
            <a:ext cx="4178419" cy="2747310"/>
          </a:xfrm>
          <a:prstGeom prst="rect">
            <a:avLst/>
          </a:prstGeom>
          <a:ln>
            <a:noFill/>
          </a:ln>
          <a:effectLst/>
        </p:spPr>
      </p:pic>
    </p:spTree>
    <p:extLst>
      <p:ext uri="{BB962C8B-B14F-4D97-AF65-F5344CB8AC3E}">
        <p14:creationId xmlns:p14="http://schemas.microsoft.com/office/powerpoint/2010/main" val="3116396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1698906-F123-49CB-B633-247AC487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2AFB628-1D2A-4F5A-8E9E-2C8E917B59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5" name="Rectangle 14">
            <a:extLst>
              <a:ext uri="{FF2B5EF4-FFF2-40B4-BE49-F238E27FC236}">
                <a16:creationId xmlns:a16="http://schemas.microsoft.com/office/drawing/2014/main" id="{5D86D9DA-31E3-48ED-9F77-2D8B649BD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4C6B320-AA89-4C19-89F7-71D46B26B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B77575F6-8E07-BB72-E188-A0786AFE8388}"/>
              </a:ext>
            </a:extLst>
          </p:cNvPr>
          <p:cNvSpPr>
            <a:spLocks noGrp="1"/>
          </p:cNvSpPr>
          <p:nvPr>
            <p:ph type="title"/>
          </p:nvPr>
        </p:nvSpPr>
        <p:spPr>
          <a:xfrm>
            <a:off x="680321" y="753228"/>
            <a:ext cx="5584677" cy="1080938"/>
          </a:xfrm>
        </p:spPr>
        <p:txBody>
          <a:bodyPr>
            <a:normAutofit/>
          </a:bodyPr>
          <a:lstStyle/>
          <a:p>
            <a:r>
              <a:rPr lang="en-GB" dirty="0"/>
              <a:t>DMZ</a:t>
            </a:r>
          </a:p>
        </p:txBody>
      </p:sp>
      <p:pic>
        <p:nvPicPr>
          <p:cNvPr id="19" name="Picture 18">
            <a:extLst>
              <a:ext uri="{FF2B5EF4-FFF2-40B4-BE49-F238E27FC236}">
                <a16:creationId xmlns:a16="http://schemas.microsoft.com/office/drawing/2014/main" id="{4AC1383A-2DFB-422E-8FB2-1CABD96DDF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8" name="Content Placeholder 7">
            <a:extLst>
              <a:ext uri="{FF2B5EF4-FFF2-40B4-BE49-F238E27FC236}">
                <a16:creationId xmlns:a16="http://schemas.microsoft.com/office/drawing/2014/main" id="{20381B8C-B1E9-73FB-F5AA-8B0FF40A722D}"/>
              </a:ext>
            </a:extLst>
          </p:cNvPr>
          <p:cNvSpPr>
            <a:spLocks noGrp="1"/>
          </p:cNvSpPr>
          <p:nvPr>
            <p:ph idx="1"/>
          </p:nvPr>
        </p:nvSpPr>
        <p:spPr>
          <a:xfrm>
            <a:off x="680321" y="2336873"/>
            <a:ext cx="5104843" cy="3599316"/>
          </a:xfrm>
        </p:spPr>
        <p:txBody>
          <a:bodyPr>
            <a:normAutofit/>
          </a:bodyPr>
          <a:lstStyle/>
          <a:p>
            <a:r>
              <a:rPr lang="en-GB" sz="1600" dirty="0">
                <a:solidFill>
                  <a:schemeClr val="bg1"/>
                </a:solidFill>
              </a:rPr>
              <a:t>DMZ (Demilitarised Zone). Each segment of this connected network, holds a network-based intrusion detection system (NIDS) monitoring the corresponding network segment. </a:t>
            </a:r>
          </a:p>
          <a:p>
            <a:endParaRPr lang="en-GB" sz="1600" dirty="0">
              <a:solidFill>
                <a:schemeClr val="bg1"/>
              </a:solidFill>
            </a:endParaRPr>
          </a:p>
          <a:p>
            <a:endParaRPr lang="en-GB" sz="1600" dirty="0">
              <a:solidFill>
                <a:schemeClr val="bg1"/>
              </a:solidFill>
            </a:endParaRPr>
          </a:p>
          <a:p>
            <a:r>
              <a:rPr lang="en-GB" sz="1600" dirty="0">
                <a:solidFill>
                  <a:schemeClr val="bg1"/>
                </a:solidFill>
              </a:rPr>
              <a:t>In addition, those servers that are considered critical may have a Host-based Intrusion Detection System (HIDS) implemented and used to monitor some specific events possibly happening on these servers. </a:t>
            </a:r>
          </a:p>
          <a:p>
            <a:endParaRPr lang="en-US" sz="2000" dirty="0"/>
          </a:p>
        </p:txBody>
      </p:sp>
      <p:sp>
        <p:nvSpPr>
          <p:cNvPr id="21" name="Rectangle 20">
            <a:extLst>
              <a:ext uri="{FF2B5EF4-FFF2-40B4-BE49-F238E27FC236}">
                <a16:creationId xmlns:a16="http://schemas.microsoft.com/office/drawing/2014/main" id="{645EE119-0AC6-45BA-AE5E-A86AFE1C7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network connection&#10;&#10;Description automatically generated">
            <a:extLst>
              <a:ext uri="{FF2B5EF4-FFF2-40B4-BE49-F238E27FC236}">
                <a16:creationId xmlns:a16="http://schemas.microsoft.com/office/drawing/2014/main" id="{559200A8-11F9-5383-6364-9DE5997066FE}"/>
              </a:ext>
            </a:extLst>
          </p:cNvPr>
          <p:cNvPicPr>
            <a:picLocks noChangeAspect="1"/>
          </p:cNvPicPr>
          <p:nvPr/>
        </p:nvPicPr>
        <p:blipFill>
          <a:blip r:embed="rId4"/>
          <a:stretch>
            <a:fillRect/>
          </a:stretch>
        </p:blipFill>
        <p:spPr>
          <a:xfrm>
            <a:off x="7043933" y="2219085"/>
            <a:ext cx="4178419" cy="2413036"/>
          </a:xfrm>
          <a:prstGeom prst="rect">
            <a:avLst/>
          </a:prstGeom>
          <a:ln>
            <a:noFill/>
          </a:ln>
          <a:effectLst/>
        </p:spPr>
      </p:pic>
    </p:spTree>
    <p:extLst>
      <p:ext uri="{BB962C8B-B14F-4D97-AF65-F5344CB8AC3E}">
        <p14:creationId xmlns:p14="http://schemas.microsoft.com/office/powerpoint/2010/main" val="3351081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F409-5211-7061-9CE0-31AF47D9CC91}"/>
              </a:ext>
            </a:extLst>
          </p:cNvPr>
          <p:cNvSpPr>
            <a:spLocks noGrp="1"/>
          </p:cNvSpPr>
          <p:nvPr>
            <p:ph type="title"/>
          </p:nvPr>
        </p:nvSpPr>
        <p:spPr/>
        <p:txBody>
          <a:bodyPr/>
          <a:lstStyle/>
          <a:p>
            <a:r>
              <a:rPr lang="en-GB" sz="3600" b="1" dirty="0"/>
              <a:t>Way Of Analysis:</a:t>
            </a:r>
            <a:br>
              <a:rPr lang="en-GB" sz="3600" b="1" dirty="0"/>
            </a:br>
            <a:endParaRPr lang="en-GB" dirty="0"/>
          </a:p>
        </p:txBody>
      </p:sp>
      <p:graphicFrame>
        <p:nvGraphicFramePr>
          <p:cNvPr id="5" name="Content Placeholder 2">
            <a:extLst>
              <a:ext uri="{FF2B5EF4-FFF2-40B4-BE49-F238E27FC236}">
                <a16:creationId xmlns:a16="http://schemas.microsoft.com/office/drawing/2014/main" id="{A9B7673A-4C05-85A8-547F-3CD60947C9DB}"/>
              </a:ext>
            </a:extLst>
          </p:cNvPr>
          <p:cNvGraphicFramePr>
            <a:graphicFrameLocks noGrp="1"/>
          </p:cNvGraphicFramePr>
          <p:nvPr>
            <p:ph idx="1"/>
            <p:extLst>
              <p:ext uri="{D42A27DB-BD31-4B8C-83A1-F6EECF244321}">
                <p14:modId xmlns:p14="http://schemas.microsoft.com/office/powerpoint/2010/main" val="585342131"/>
              </p:ext>
            </p:extLst>
          </p:nvPr>
        </p:nvGraphicFramePr>
        <p:xfrm>
          <a:off x="680321" y="2336873"/>
          <a:ext cx="9613861" cy="35993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3137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A81D-F79A-A9AB-DDA0-63B5DB3DFFBD}"/>
              </a:ext>
            </a:extLst>
          </p:cNvPr>
          <p:cNvSpPr>
            <a:spLocks noGrp="1"/>
          </p:cNvSpPr>
          <p:nvPr>
            <p:ph type="title"/>
          </p:nvPr>
        </p:nvSpPr>
        <p:spPr/>
        <p:txBody>
          <a:bodyPr/>
          <a:lstStyle/>
          <a:p>
            <a:r>
              <a:rPr lang="en-GB" sz="3600" dirty="0"/>
              <a:t>Reaction To Attack:</a:t>
            </a:r>
            <a:br>
              <a:rPr lang="en-GB" sz="3600" dirty="0"/>
            </a:br>
            <a:endParaRPr lang="en-GB" dirty="0"/>
          </a:p>
        </p:txBody>
      </p:sp>
      <p:graphicFrame>
        <p:nvGraphicFramePr>
          <p:cNvPr id="5" name="Content Placeholder 2">
            <a:extLst>
              <a:ext uri="{FF2B5EF4-FFF2-40B4-BE49-F238E27FC236}">
                <a16:creationId xmlns:a16="http://schemas.microsoft.com/office/drawing/2014/main" id="{AC411BE2-9154-BA13-DD90-584AD63B1BF7}"/>
              </a:ext>
            </a:extLst>
          </p:cNvPr>
          <p:cNvGraphicFramePr>
            <a:graphicFrameLocks noGrp="1"/>
          </p:cNvGraphicFramePr>
          <p:nvPr>
            <p:ph idx="1"/>
            <p:extLst>
              <p:ext uri="{D42A27DB-BD31-4B8C-83A1-F6EECF244321}">
                <p14:modId xmlns:p14="http://schemas.microsoft.com/office/powerpoint/2010/main" val="2406935413"/>
              </p:ext>
            </p:extLst>
          </p:nvPr>
        </p:nvGraphicFramePr>
        <p:xfrm>
          <a:off x="680321" y="2336872"/>
          <a:ext cx="10644817" cy="425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4115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74B60-F3D9-E1AB-4D61-A0176679EBAF}"/>
              </a:ext>
            </a:extLst>
          </p:cNvPr>
          <p:cNvSpPr>
            <a:spLocks noGrp="1"/>
          </p:cNvSpPr>
          <p:nvPr>
            <p:ph type="title"/>
          </p:nvPr>
        </p:nvSpPr>
        <p:spPr>
          <a:xfrm>
            <a:off x="680321" y="753228"/>
            <a:ext cx="9613861" cy="1080938"/>
          </a:xfrm>
        </p:spPr>
        <p:txBody>
          <a:bodyPr>
            <a:normAutofit/>
          </a:bodyPr>
          <a:lstStyle/>
          <a:p>
            <a:r>
              <a:rPr lang="en-GB" b="1"/>
              <a:t>IPS Capabilities</a:t>
            </a:r>
            <a:endParaRPr lang="en-GB" dirty="0"/>
          </a:p>
        </p:txBody>
      </p:sp>
      <p:sp>
        <p:nvSpPr>
          <p:cNvPr id="3" name="Content Placeholder 2">
            <a:extLst>
              <a:ext uri="{FF2B5EF4-FFF2-40B4-BE49-F238E27FC236}">
                <a16:creationId xmlns:a16="http://schemas.microsoft.com/office/drawing/2014/main" id="{4FD62111-AC02-1E01-1044-69E60F28556C}"/>
              </a:ext>
            </a:extLst>
          </p:cNvPr>
          <p:cNvSpPr>
            <a:spLocks noGrp="1"/>
          </p:cNvSpPr>
          <p:nvPr>
            <p:ph idx="1"/>
          </p:nvPr>
        </p:nvSpPr>
        <p:spPr>
          <a:xfrm>
            <a:off x="3777672" y="2336873"/>
            <a:ext cx="6516509" cy="3599316"/>
          </a:xfrm>
        </p:spPr>
        <p:txBody>
          <a:bodyPr>
            <a:normAutofit/>
          </a:bodyPr>
          <a:lstStyle/>
          <a:p>
            <a:endParaRPr lang="en-GB" sz="1800" dirty="0"/>
          </a:p>
          <a:p>
            <a:r>
              <a:rPr lang="en-GB" sz="1800" dirty="0">
                <a:solidFill>
                  <a:schemeClr val="bg1"/>
                </a:solidFill>
              </a:rPr>
              <a:t>Intrusion Prevention Systems provide various capabilities at both the host level and the network level, but from a high-level perspective, the proficiencies provided by Intrusion Prevention fall into the following two major categories:</a:t>
            </a:r>
          </a:p>
          <a:p>
            <a:endParaRPr lang="en-GB" dirty="0">
              <a:solidFill>
                <a:schemeClr val="bg1"/>
              </a:solidFill>
            </a:endParaRPr>
          </a:p>
          <a:p>
            <a:pPr lvl="1"/>
            <a:r>
              <a:rPr lang="en-GB" sz="1800" dirty="0">
                <a:solidFill>
                  <a:schemeClr val="bg1"/>
                </a:solidFill>
              </a:rPr>
              <a:t>Attack prevention</a:t>
            </a:r>
          </a:p>
          <a:p>
            <a:pPr lvl="1"/>
            <a:endParaRPr lang="en-GB" sz="1800" dirty="0">
              <a:solidFill>
                <a:schemeClr val="bg1"/>
              </a:solidFill>
            </a:endParaRPr>
          </a:p>
          <a:p>
            <a:pPr lvl="1"/>
            <a:r>
              <a:rPr lang="en-GB" sz="1800" dirty="0">
                <a:solidFill>
                  <a:schemeClr val="bg1"/>
                </a:solidFill>
              </a:rPr>
              <a:t>Regulatory compliance</a:t>
            </a:r>
          </a:p>
        </p:txBody>
      </p:sp>
      <p:pic>
        <p:nvPicPr>
          <p:cNvPr id="5" name="Picture 4" descr="Illuminated server room panel">
            <a:extLst>
              <a:ext uri="{FF2B5EF4-FFF2-40B4-BE49-F238E27FC236}">
                <a16:creationId xmlns:a16="http://schemas.microsoft.com/office/drawing/2014/main" id="{1D6EBD7E-52CC-ECD0-DD4E-A4B614CAA21D}"/>
              </a:ext>
            </a:extLst>
          </p:cNvPr>
          <p:cNvPicPr>
            <a:picLocks noChangeAspect="1"/>
          </p:cNvPicPr>
          <p:nvPr/>
        </p:nvPicPr>
        <p:blipFill>
          <a:blip r:embed="rId2"/>
          <a:srcRect l="21659" r="28394" b="3"/>
          <a:stretch/>
        </p:blipFill>
        <p:spPr>
          <a:xfrm>
            <a:off x="794325" y="2336872"/>
            <a:ext cx="2692907" cy="3598789"/>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035451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85FFDC-0CAD-450C-A1F1-75E392CC8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9672BDB-4ABD-40E5-A8B8-F7340E3BD8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B1FA2BC7-3F19-4E1C-B3D1-19995D9F6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62FF40B5-1E36-4442-8D28-D1AA571AD2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7" name="Rectangle 16">
            <a:extLst>
              <a:ext uri="{FF2B5EF4-FFF2-40B4-BE49-F238E27FC236}">
                <a16:creationId xmlns:a16="http://schemas.microsoft.com/office/drawing/2014/main" id="{73C09592-2DB2-47C0-A5CB-BD39288D1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6AEC448-01AE-809C-417C-FBD69F38C8C7}"/>
              </a:ext>
            </a:extLst>
          </p:cNvPr>
          <p:cNvSpPr>
            <a:spLocks noGrp="1"/>
          </p:cNvSpPr>
          <p:nvPr>
            <p:ph type="title"/>
          </p:nvPr>
        </p:nvSpPr>
        <p:spPr>
          <a:xfrm>
            <a:off x="680321" y="2063262"/>
            <a:ext cx="3739279" cy="2661052"/>
          </a:xfrm>
        </p:spPr>
        <p:txBody>
          <a:bodyPr>
            <a:normAutofit/>
          </a:bodyPr>
          <a:lstStyle/>
          <a:p>
            <a:pPr algn="r"/>
            <a:r>
              <a:rPr lang="en-GB" sz="4400" b="1"/>
              <a:t>IPS Capabilities</a:t>
            </a:r>
            <a:br>
              <a:rPr lang="en-GB" sz="4400" b="1"/>
            </a:br>
            <a:endParaRPr lang="en-GB" sz="4400"/>
          </a:p>
        </p:txBody>
      </p:sp>
      <p:graphicFrame>
        <p:nvGraphicFramePr>
          <p:cNvPr id="6" name="Content Placeholder 2">
            <a:extLst>
              <a:ext uri="{FF2B5EF4-FFF2-40B4-BE49-F238E27FC236}">
                <a16:creationId xmlns:a16="http://schemas.microsoft.com/office/drawing/2014/main" id="{CB624D45-168A-BC6F-58B7-5A5F430A0D49}"/>
              </a:ext>
            </a:extLst>
          </p:cNvPr>
          <p:cNvGraphicFramePr>
            <a:graphicFrameLocks noGrp="1"/>
          </p:cNvGraphicFramePr>
          <p:nvPr>
            <p:ph idx="1"/>
            <p:extLst>
              <p:ext uri="{D42A27DB-BD31-4B8C-83A1-F6EECF244321}">
                <p14:modId xmlns:p14="http://schemas.microsoft.com/office/powerpoint/2010/main" val="3172750393"/>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69553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E1586-2075-901F-BE8B-B834E4E949D9}"/>
              </a:ext>
            </a:extLst>
          </p:cNvPr>
          <p:cNvSpPr>
            <a:spLocks noGrp="1"/>
          </p:cNvSpPr>
          <p:nvPr>
            <p:ph type="title"/>
          </p:nvPr>
        </p:nvSpPr>
        <p:spPr/>
        <p:txBody>
          <a:bodyPr/>
          <a:lstStyle/>
          <a:p>
            <a:r>
              <a:rPr lang="en-GB" sz="3600" b="1" dirty="0"/>
              <a:t>Attack Prevention</a:t>
            </a:r>
            <a:br>
              <a:rPr lang="en-GB" sz="3600" b="1" dirty="0"/>
            </a:br>
            <a:endParaRPr lang="en-GB" dirty="0"/>
          </a:p>
        </p:txBody>
      </p:sp>
      <p:sp>
        <p:nvSpPr>
          <p:cNvPr id="3" name="Content Placeholder 2">
            <a:extLst>
              <a:ext uri="{FF2B5EF4-FFF2-40B4-BE49-F238E27FC236}">
                <a16:creationId xmlns:a16="http://schemas.microsoft.com/office/drawing/2014/main" id="{30D0EA0B-98FE-10D4-BAB3-FC9527C7D200}"/>
              </a:ext>
            </a:extLst>
          </p:cNvPr>
          <p:cNvSpPr>
            <a:spLocks noGrp="1"/>
          </p:cNvSpPr>
          <p:nvPr>
            <p:ph idx="1"/>
          </p:nvPr>
        </p:nvSpPr>
        <p:spPr>
          <a:xfrm>
            <a:off x="596431" y="2110370"/>
            <a:ext cx="9613861" cy="4340764"/>
          </a:xfrm>
        </p:spPr>
        <p:txBody>
          <a:bodyPr>
            <a:normAutofit fontScale="40000" lnSpcReduction="20000"/>
          </a:bodyPr>
          <a:lstStyle/>
          <a:p>
            <a:endParaRPr lang="en-GB" sz="2900" dirty="0">
              <a:solidFill>
                <a:schemeClr val="bg1"/>
              </a:solidFill>
            </a:endParaRPr>
          </a:p>
          <a:p>
            <a:r>
              <a:rPr lang="en-GB" sz="4000" dirty="0">
                <a:solidFill>
                  <a:schemeClr val="bg1"/>
                </a:solidFill>
              </a:rPr>
              <a:t>The main capability provided by Network Intrusion Prevention is the ability to prevent malicious traffic from reaching the target system. </a:t>
            </a:r>
          </a:p>
          <a:p>
            <a:endParaRPr lang="en-GB" sz="4000" dirty="0">
              <a:solidFill>
                <a:schemeClr val="bg1"/>
              </a:solidFill>
            </a:endParaRPr>
          </a:p>
          <a:p>
            <a:r>
              <a:rPr lang="en-GB" sz="4000" dirty="0">
                <a:solidFill>
                  <a:schemeClr val="bg1"/>
                </a:solidFill>
              </a:rPr>
              <a:t>Detection systems have been used for years, but each of them always allowed a certain amount of malicious traffic to reach the target systems. </a:t>
            </a:r>
          </a:p>
          <a:p>
            <a:endParaRPr lang="en-GB" sz="4000" dirty="0">
              <a:solidFill>
                <a:schemeClr val="bg1"/>
              </a:solidFill>
            </a:endParaRPr>
          </a:p>
          <a:p>
            <a:r>
              <a:rPr lang="en-GB" sz="4000" dirty="0">
                <a:solidFill>
                  <a:schemeClr val="bg1"/>
                </a:solidFill>
              </a:rPr>
              <a:t>With the introduction of Intrusion Prevention, you can proactively defend your network against attack.</a:t>
            </a:r>
          </a:p>
          <a:p>
            <a:endParaRPr lang="en-GB" sz="4000" dirty="0">
              <a:solidFill>
                <a:schemeClr val="bg1"/>
              </a:solidFill>
            </a:endParaRPr>
          </a:p>
          <a:p>
            <a:r>
              <a:rPr lang="en-GB" sz="4000" dirty="0">
                <a:solidFill>
                  <a:schemeClr val="bg1"/>
                </a:solidFill>
              </a:rPr>
              <a:t>Four widely adopted technologies stand out as having had a tremendous impact on the evolution</a:t>
            </a:r>
          </a:p>
          <a:p>
            <a:r>
              <a:rPr lang="en-GB" sz="4000" dirty="0">
                <a:solidFill>
                  <a:schemeClr val="bg1"/>
                </a:solidFill>
              </a:rPr>
              <a:t>of security threats and thus the evolution of IPSs:</a:t>
            </a:r>
          </a:p>
          <a:p>
            <a:pPr marL="742950" lvl="1" indent="-285750">
              <a:buFont typeface="Arial" panose="020B0604020202020204" pitchFamily="34" charset="0"/>
              <a:buChar char="•"/>
            </a:pPr>
            <a:r>
              <a:rPr lang="en-GB" sz="4000" dirty="0">
                <a:solidFill>
                  <a:schemeClr val="bg1"/>
                </a:solidFill>
              </a:rPr>
              <a:t>Client-server computing</a:t>
            </a:r>
          </a:p>
          <a:p>
            <a:pPr marL="742950" lvl="1" indent="-285750">
              <a:buFont typeface="Arial" panose="020B0604020202020204" pitchFamily="34" charset="0"/>
              <a:buChar char="•"/>
            </a:pPr>
            <a:r>
              <a:rPr lang="en-GB" sz="4000" dirty="0">
                <a:solidFill>
                  <a:schemeClr val="bg1"/>
                </a:solidFill>
              </a:rPr>
              <a:t>The Internet</a:t>
            </a:r>
          </a:p>
          <a:p>
            <a:pPr marL="742950" lvl="1" indent="-285750">
              <a:buFont typeface="Arial" panose="020B0604020202020204" pitchFamily="34" charset="0"/>
              <a:buChar char="•"/>
            </a:pPr>
            <a:r>
              <a:rPr lang="en-GB" sz="4000" dirty="0">
                <a:solidFill>
                  <a:schemeClr val="bg1"/>
                </a:solidFill>
              </a:rPr>
              <a:t>Wireless connectivity</a:t>
            </a:r>
          </a:p>
          <a:p>
            <a:pPr marL="742950" lvl="1" indent="-285750">
              <a:buFont typeface="Arial" panose="020B0604020202020204" pitchFamily="34" charset="0"/>
              <a:buChar char="•"/>
            </a:pPr>
            <a:r>
              <a:rPr lang="en-GB" sz="4000" dirty="0">
                <a:solidFill>
                  <a:schemeClr val="bg1"/>
                </a:solidFill>
              </a:rPr>
              <a:t>Mobile computing</a:t>
            </a:r>
          </a:p>
          <a:p>
            <a:endParaRPr lang="en-GB" dirty="0"/>
          </a:p>
        </p:txBody>
      </p:sp>
    </p:spTree>
    <p:extLst>
      <p:ext uri="{BB962C8B-B14F-4D97-AF65-F5344CB8AC3E}">
        <p14:creationId xmlns:p14="http://schemas.microsoft.com/office/powerpoint/2010/main" val="4005855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0FA309-807F-4C17-98EF-A3BA7388E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642A87B-CAE9-4F8F-B293-28388E45D9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C8FA1749-B91A-40E7-AD01-0B9C9C6AF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B7A934F-FFF7-4353-83D3-4EF66E93EEF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6" name="Rectangle 15">
            <a:extLst>
              <a:ext uri="{FF2B5EF4-FFF2-40B4-BE49-F238E27FC236}">
                <a16:creationId xmlns:a16="http://schemas.microsoft.com/office/drawing/2014/main" id="{700676C8-6DE8-47DD-9A23-D42063A12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2F914B7-C10A-2C77-419A-C5524B920960}"/>
              </a:ext>
            </a:extLst>
          </p:cNvPr>
          <p:cNvSpPr>
            <a:spLocks noGrp="1"/>
          </p:cNvSpPr>
          <p:nvPr>
            <p:ph type="title"/>
          </p:nvPr>
        </p:nvSpPr>
        <p:spPr>
          <a:xfrm>
            <a:off x="680321" y="2063262"/>
            <a:ext cx="3739279" cy="2661052"/>
          </a:xfrm>
        </p:spPr>
        <p:txBody>
          <a:bodyPr>
            <a:normAutofit/>
          </a:bodyPr>
          <a:lstStyle/>
          <a:p>
            <a:pPr algn="r"/>
            <a:r>
              <a:rPr lang="en-GB" sz="4400" b="1">
                <a:solidFill>
                  <a:srgbClr val="FFFFFF"/>
                </a:solidFill>
              </a:rPr>
              <a:t>Regulatory Compliance</a:t>
            </a:r>
            <a:br>
              <a:rPr lang="en-GB" sz="4400" b="1">
                <a:solidFill>
                  <a:srgbClr val="FFFFFF"/>
                </a:solidFill>
              </a:rPr>
            </a:br>
            <a:endParaRPr lang="en-GB" sz="4400">
              <a:solidFill>
                <a:srgbClr val="FFFFFF"/>
              </a:solidFill>
            </a:endParaRPr>
          </a:p>
        </p:txBody>
      </p:sp>
      <p:sp>
        <p:nvSpPr>
          <p:cNvPr id="3" name="Content Placeholder 2">
            <a:extLst>
              <a:ext uri="{FF2B5EF4-FFF2-40B4-BE49-F238E27FC236}">
                <a16:creationId xmlns:a16="http://schemas.microsoft.com/office/drawing/2014/main" id="{ED5566F3-A99E-F775-491B-51D121136858}"/>
              </a:ext>
            </a:extLst>
          </p:cNvPr>
          <p:cNvSpPr>
            <a:spLocks noGrp="1"/>
          </p:cNvSpPr>
          <p:nvPr>
            <p:ph idx="1"/>
          </p:nvPr>
        </p:nvSpPr>
        <p:spPr>
          <a:xfrm>
            <a:off x="5287995" y="661106"/>
            <a:ext cx="6257362" cy="5503101"/>
          </a:xfrm>
        </p:spPr>
        <p:txBody>
          <a:bodyPr anchor="ctr">
            <a:normAutofit/>
          </a:bodyPr>
          <a:lstStyle/>
          <a:p>
            <a:endParaRPr lang="en-GB" sz="2000" b="1" dirty="0">
              <a:solidFill>
                <a:srgbClr val="FFFFFF"/>
              </a:solidFill>
            </a:endParaRPr>
          </a:p>
          <a:p>
            <a:r>
              <a:rPr lang="en-GB" sz="2000" dirty="0">
                <a:solidFill>
                  <a:schemeClr val="bg1"/>
                </a:solidFill>
              </a:rPr>
              <a:t>Regulations force many network operators to guarantee that certain security restrictions are enforced on your network. </a:t>
            </a:r>
          </a:p>
          <a:p>
            <a:endParaRPr lang="en-GB" sz="2000" dirty="0">
              <a:solidFill>
                <a:schemeClr val="bg1"/>
              </a:solidFill>
            </a:endParaRPr>
          </a:p>
          <a:p>
            <a:r>
              <a:rPr lang="en-GB" sz="2000" dirty="0">
                <a:solidFill>
                  <a:schemeClr val="bg1"/>
                </a:solidFill>
              </a:rPr>
              <a:t>These requirements are especially robust with the respect to networks that handle medical information on patients. </a:t>
            </a:r>
          </a:p>
          <a:p>
            <a:endParaRPr lang="en-GB" sz="2000" dirty="0">
              <a:solidFill>
                <a:schemeClr val="bg1"/>
              </a:solidFill>
            </a:endParaRPr>
          </a:p>
          <a:p>
            <a:r>
              <a:rPr lang="en-GB" sz="2000" dirty="0">
                <a:solidFill>
                  <a:schemeClr val="bg1"/>
                </a:solidFill>
              </a:rPr>
              <a:t>Deploying both Network Intrusion Prevention System (NIPS) and Host Intrusion Prevention System (HIPS) can assist in being compliant with many of these requirements.</a:t>
            </a:r>
          </a:p>
          <a:p>
            <a:endParaRPr lang="en-GB" sz="2000" dirty="0">
              <a:solidFill>
                <a:srgbClr val="FFFFFF"/>
              </a:solidFill>
            </a:endParaRPr>
          </a:p>
        </p:txBody>
      </p:sp>
    </p:spTree>
    <p:extLst>
      <p:ext uri="{BB962C8B-B14F-4D97-AF65-F5344CB8AC3E}">
        <p14:creationId xmlns:p14="http://schemas.microsoft.com/office/powerpoint/2010/main" val="3843495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77D54DE-D35C-41CF-B0BE-209030A71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1BE412D-E43A-40F7-9D40-9A608E43CD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8207"/>
            <a:ext cx="12192000" cy="6858000"/>
          </a:xfrm>
          <a:prstGeom prst="rect">
            <a:avLst/>
          </a:prstGeom>
        </p:spPr>
      </p:pic>
      <p:sp>
        <p:nvSpPr>
          <p:cNvPr id="27" name="Rectangle 26">
            <a:extLst>
              <a:ext uri="{FF2B5EF4-FFF2-40B4-BE49-F238E27FC236}">
                <a16:creationId xmlns:a16="http://schemas.microsoft.com/office/drawing/2014/main" id="{7F1DCE60-EE3E-40AD-A094-D46BBD7D91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0FD92A14-1D99-4216-ACAD-12048C4DF9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 y="5006045"/>
            <a:ext cx="4965192" cy="144049"/>
          </a:xfrm>
          <a:prstGeom prst="rect">
            <a:avLst/>
          </a:prstGeom>
        </p:spPr>
      </p:pic>
      <p:sp>
        <p:nvSpPr>
          <p:cNvPr id="31" name="Rectangle 30">
            <a:extLst>
              <a:ext uri="{FF2B5EF4-FFF2-40B4-BE49-F238E27FC236}">
                <a16:creationId xmlns:a16="http://schemas.microsoft.com/office/drawing/2014/main" id="{85AB53B8-E9E6-4D13-AEB2-716CF5D06C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F87E73C-2B1A-4602-BFBE-CFE1E55D9B38}"/>
              </a:ext>
            </a:extLst>
          </p:cNvPr>
          <p:cNvSpPr>
            <a:spLocks noGrp="1" noRot="1" noMove="1" noResize="1" noEditPoints="1" noAdjustHandles="1" noChangeArrowheads="1" noChangeShapeType="1"/>
          </p:cNvSpPr>
          <p:nvPr>
            <p:ph type="ctrTitle"/>
          </p:nvPr>
        </p:nvSpPr>
        <p:spPr>
          <a:xfrm>
            <a:off x="680322" y="2063262"/>
            <a:ext cx="3739278" cy="2661138"/>
          </a:xfrm>
        </p:spPr>
        <p:txBody>
          <a:bodyPr rtlCol="0">
            <a:normAutofit/>
          </a:bodyPr>
          <a:lstStyle/>
          <a:p>
            <a:pPr algn="l" rtl="0"/>
            <a:r>
              <a:rPr lang="en-GB" sz="4000" dirty="0"/>
              <a:t>Slides and Tutorial are accessible via Moodle </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680323" y="5101298"/>
            <a:ext cx="3739277" cy="1116622"/>
          </a:xfrm>
        </p:spPr>
        <p:txBody>
          <a:bodyPr rtlCol="0">
            <a:normAutofit/>
          </a:bodyPr>
          <a:lstStyle/>
          <a:p>
            <a:pPr rtl="0"/>
            <a:endParaRPr lang="en-GB" dirty="0"/>
          </a:p>
          <a:p>
            <a:pPr rtl="0"/>
            <a:endParaRPr lang="en-GB" dirty="0"/>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189" r="9642" b="1"/>
          <a:stretch/>
        </p:blipFill>
        <p:spPr>
          <a:xfrm>
            <a:off x="5284606" y="1059035"/>
            <a:ext cx="6260963" cy="4739930"/>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5887</TotalTime>
  <Words>1608</Words>
  <Application>Microsoft Office PowerPoint</Application>
  <PresentationFormat>Widescreen</PresentationFormat>
  <Paragraphs>155</Paragraphs>
  <Slides>26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Trebuchet MS</vt:lpstr>
      <vt:lpstr>Berlin</vt:lpstr>
      <vt:lpstr>Intrusion Prevention System (IPS)</vt:lpstr>
      <vt:lpstr>OUTCOME 1</vt:lpstr>
      <vt:lpstr>OUTCOME 2</vt:lpstr>
      <vt:lpstr>Assessment 1</vt:lpstr>
      <vt:lpstr>Assessment 2</vt:lpstr>
      <vt:lpstr>Intrusion Prevention systems</vt:lpstr>
      <vt:lpstr>The Importance of IPS in cybersecurity </vt:lpstr>
      <vt:lpstr>Intrusion Detection Vs Intrusion Prevention </vt:lpstr>
      <vt:lpstr>IDS</vt:lpstr>
      <vt:lpstr>IDS</vt:lpstr>
      <vt:lpstr>IDS</vt:lpstr>
      <vt:lpstr>IDS</vt:lpstr>
      <vt:lpstr>Host-Based</vt:lpstr>
      <vt:lpstr>Signature-Based</vt:lpstr>
      <vt:lpstr>Anomaly Detection </vt:lpstr>
      <vt:lpstr>IDS</vt:lpstr>
      <vt:lpstr>Ping of Death </vt:lpstr>
      <vt:lpstr>Ping of Death </vt:lpstr>
      <vt:lpstr>DMZ</vt:lpstr>
      <vt:lpstr>Way Of Analysis: </vt:lpstr>
      <vt:lpstr>Reaction To Attack: </vt:lpstr>
      <vt:lpstr>IPS Capabilities</vt:lpstr>
      <vt:lpstr>IPS Capabilities </vt:lpstr>
      <vt:lpstr>Attack Prevention </vt:lpstr>
      <vt:lpstr>Regulatory Compliance </vt:lpstr>
      <vt:lpstr>Slides and Tutorial are accessible via Moodle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 Allardice</dc:creator>
  <cp:lastModifiedBy>Emma Allardice</cp:lastModifiedBy>
  <cp:revision>3</cp:revision>
  <cp:lastPrinted>2024-08-25T10:38:27Z</cp:lastPrinted>
  <dcterms:created xsi:type="dcterms:W3CDTF">2024-08-21T10:36:22Z</dcterms:created>
  <dcterms:modified xsi:type="dcterms:W3CDTF">2024-08-25T12:44:13Z</dcterms:modified>
</cp:coreProperties>
</file>