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431" autoAdjust="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 Tunnicliffe" userId="d6837b3d-8b57-406d-a8e4-876ef820a90e" providerId="ADAL" clId="{A4F5B657-CCB1-4582-B24E-179FBDA5961A}"/>
    <pc:docChg chg="undo custSel delSld modSld">
      <pc:chgData name="Ross Tunnicliffe" userId="d6837b3d-8b57-406d-a8e4-876ef820a90e" providerId="ADAL" clId="{A4F5B657-CCB1-4582-B24E-179FBDA5961A}" dt="2026-08-30T09:04:54.631" v="519" actId="1076"/>
      <pc:docMkLst>
        <pc:docMk/>
      </pc:docMkLst>
      <pc:sldChg chg="modSp mod modNotesTx">
        <pc:chgData name="Ross Tunnicliffe" userId="d6837b3d-8b57-406d-a8e4-876ef820a90e" providerId="ADAL" clId="{A4F5B657-CCB1-4582-B24E-179FBDA5961A}" dt="2026-08-01T19:06:40.020" v="186" actId="6549"/>
        <pc:sldMkLst>
          <pc:docMk/>
          <pc:sldMk cId="0" sldId="256"/>
        </pc:sldMkLst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6"/>
            <ac:spMk id="25" creationId="{00000000-0000-0000-0000-000000000000}"/>
          </ac:spMkLst>
        </pc:spChg>
      </pc:sldChg>
      <pc:sldChg chg="delSp modSp mod modNotesTx">
        <pc:chgData name="Ross Tunnicliffe" userId="d6837b3d-8b57-406d-a8e4-876ef820a90e" providerId="ADAL" clId="{A4F5B657-CCB1-4582-B24E-179FBDA5961A}" dt="2026-08-01T19:06:36.892" v="185" actId="6549"/>
        <pc:sldMkLst>
          <pc:docMk/>
          <pc:sldMk cId="0" sldId="257"/>
        </pc:sldMkLst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1:32.216" v="45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1:50.214" v="48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1:57.565" v="49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08.599" v="95" actId="1035"/>
          <ac:spMkLst>
            <pc:docMk/>
            <pc:sldMk cId="0" sldId="257"/>
            <ac:spMk id="2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7"/>
            <ac:spMk id="2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2:39.244" v="105" actId="14100"/>
          <ac:spMkLst>
            <pc:docMk/>
            <pc:sldMk cId="0" sldId="257"/>
            <ac:spMk id="30" creationId="{00000000-0000-0000-0000-000000000000}"/>
          </ac:spMkLst>
        </pc:spChg>
      </pc:sldChg>
      <pc:sldChg chg="delSp modSp mod modNotesTx">
        <pc:chgData name="Ross Tunnicliffe" userId="d6837b3d-8b57-406d-a8e4-876ef820a90e" providerId="ADAL" clId="{A4F5B657-CCB1-4582-B24E-179FBDA5961A}" dt="2026-08-01T19:06:33.850" v="184" actId="6549"/>
        <pc:sldMkLst>
          <pc:docMk/>
          <pc:sldMk cId="0" sldId="258"/>
        </pc:sldMkLst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0:47.357" v="6" actId="276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3:03.674" v="134" actId="103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0:47.358" v="7" actId="2763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3:25.876" v="136" actId="2711"/>
          <ac:spMkLst>
            <pc:docMk/>
            <pc:sldMk cId="0" sldId="258"/>
            <ac:spMk id="2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0:47.356" v="5" actId="2763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3:33.514" v="138" actId="14100"/>
          <ac:spMkLst>
            <pc:docMk/>
            <pc:sldMk cId="0" sldId="258"/>
            <ac:spMk id="31" creationId="{00000000-0000-0000-0000-000000000000}"/>
          </ac:spMkLst>
        </pc:spChg>
      </pc:sldChg>
      <pc:sldChg chg="addSp delSp modSp mod modNotesTx">
        <pc:chgData name="Ross Tunnicliffe" userId="d6837b3d-8b57-406d-a8e4-876ef820a90e" providerId="ADAL" clId="{A4F5B657-CCB1-4582-B24E-179FBDA5961A}" dt="2026-08-30T08:56:00.612" v="498" actId="1076"/>
        <pc:sldMkLst>
          <pc:docMk/>
          <pc:sldMk cId="0" sldId="259"/>
        </pc:sldMkLst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10.640" v="150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29.659" v="154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34.190" v="155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32:52.954" v="495" actId="20577"/>
          <ac:spMkLst>
            <pc:docMk/>
            <pc:sldMk cId="0" sldId="259"/>
            <ac:spMk id="16" creationId="{00000000-0000-0000-0000-000000000000}"/>
          </ac:spMkLst>
        </pc:spChg>
        <pc:spChg chg="add mod">
          <ac:chgData name="Ross Tunnicliffe" userId="d6837b3d-8b57-406d-a8e4-876ef820a90e" providerId="ADAL" clId="{A4F5B657-CCB1-4582-B24E-179FBDA5961A}" dt="2026-08-01T19:04:18.132" v="151" actId="790"/>
          <ac:spMkLst>
            <pc:docMk/>
            <pc:sldMk cId="0" sldId="259"/>
            <ac:spMk id="17" creationId="{AE5734A4-99B1-A7C3-6989-308840CE0A44}"/>
          </ac:spMkLst>
        </pc:spChg>
        <pc:picChg chg="mod modCrop">
          <ac:chgData name="Ross Tunnicliffe" userId="d6837b3d-8b57-406d-a8e4-876ef820a90e" providerId="ADAL" clId="{A4F5B657-CCB1-4582-B24E-179FBDA5961A}" dt="2026-08-30T08:56:00.612" v="498" actId="1076"/>
          <ac:picMkLst>
            <pc:docMk/>
            <pc:sldMk cId="0" sldId="259"/>
            <ac:picMk id="9" creationId="{00000000-0000-0000-0000-000000000000}"/>
          </ac:picMkLst>
        </pc:picChg>
      </pc:sldChg>
      <pc:sldChg chg="delSp modSp mod modNotesTx">
        <pc:chgData name="Ross Tunnicliffe" userId="d6837b3d-8b57-406d-a8e4-876ef820a90e" providerId="ADAL" clId="{A4F5B657-CCB1-4582-B24E-179FBDA5961A}" dt="2026-08-30T08:56:20.134" v="500" actId="255"/>
        <pc:sldMkLst>
          <pc:docMk/>
          <pc:sldMk cId="0" sldId="260"/>
        </pc:sldMkLst>
        <pc:spChg chg="mod">
          <ac:chgData name="Ross Tunnicliffe" userId="d6837b3d-8b57-406d-a8e4-876ef820a90e" providerId="ADAL" clId="{A4F5B657-CCB1-4582-B24E-179FBDA5961A}" dt="2026-08-01T19:06:01.542" v="176" actId="10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01.542" v="176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01.542" v="176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51.905" v="157" actId="27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8:56:20.134" v="500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0:47.366" v="11" actId="276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01.542" v="176" actId="10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01.542" v="176" actId="10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8:56:20.134" v="500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51.905" v="157" actId="271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51.905" v="157" actId="2711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01.542" v="176" actId="103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51.905" v="157" actId="2711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01.542" v="176" actId="103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8:56:20.134" v="500" actId="25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5:37.611" v="161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5:42.838" v="162" actId="14100"/>
          <ac:spMkLst>
            <pc:docMk/>
            <pc:sldMk cId="0" sldId="260"/>
            <ac:spMk id="2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4:51.905" v="157" actId="2711"/>
          <ac:spMkLst>
            <pc:docMk/>
            <pc:sldMk cId="0" sldId="260"/>
            <ac:spMk id="3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5:33.459" v="160" actId="255"/>
          <ac:spMkLst>
            <pc:docMk/>
            <pc:sldMk cId="0" sldId="260"/>
            <ac:spMk id="31" creationId="{00000000-0000-0000-0000-000000000000}"/>
          </ac:spMkLst>
        </pc:spChg>
      </pc:sldChg>
      <pc:sldChg chg="addSp delSp modSp mod modNotesTx">
        <pc:chgData name="Ross Tunnicliffe" userId="d6837b3d-8b57-406d-a8e4-876ef820a90e" providerId="ADAL" clId="{A4F5B657-CCB1-4582-B24E-179FBDA5961A}" dt="2026-08-30T08:56:56.361" v="504" actId="14100"/>
        <pc:sldMkLst>
          <pc:docMk/>
          <pc:sldMk cId="0" sldId="261"/>
        </pc:sldMkLst>
        <pc:spChg chg="mod">
          <ac:chgData name="Ross Tunnicliffe" userId="d6837b3d-8b57-406d-a8e4-876ef820a90e" providerId="ADAL" clId="{A4F5B657-CCB1-4582-B24E-179FBDA5961A}" dt="2026-08-01T19:06:16.010" v="177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16.010" v="177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16.010" v="177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16.010" v="177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7:39.712" v="194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16.010" v="177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7:44.727" v="199" actId="579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16.010" v="177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16.020" v="178" actId="276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6:16.010" v="177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8:56:56.361" v="504" actId="14100"/>
          <ac:spMkLst>
            <pc:docMk/>
            <pc:sldMk cId="0" sldId="261"/>
            <ac:spMk id="19" creationId="{00000000-0000-0000-0000-000000000000}"/>
          </ac:spMkLst>
        </pc:spChg>
        <pc:spChg chg="add mod">
          <ac:chgData name="Ross Tunnicliffe" userId="d6837b3d-8b57-406d-a8e4-876ef820a90e" providerId="ADAL" clId="{A4F5B657-CCB1-4582-B24E-179FBDA5961A}" dt="2026-08-01T19:07:30.182" v="188" actId="571"/>
          <ac:spMkLst>
            <pc:docMk/>
            <pc:sldMk cId="0" sldId="261"/>
            <ac:spMk id="20" creationId="{9B71FC1D-1E4A-23C9-02E0-DFBB4553FB7A}"/>
          </ac:spMkLst>
        </pc:spChg>
        <pc:spChg chg="add mod">
          <ac:chgData name="Ross Tunnicliffe" userId="d6837b3d-8b57-406d-a8e4-876ef820a90e" providerId="ADAL" clId="{A4F5B657-CCB1-4582-B24E-179FBDA5961A}" dt="2026-08-01T19:07:33.639" v="189" actId="571"/>
          <ac:spMkLst>
            <pc:docMk/>
            <pc:sldMk cId="0" sldId="261"/>
            <ac:spMk id="21" creationId="{04E455CA-2090-97B8-A188-6EBE78F01DED}"/>
          </ac:spMkLst>
        </pc:spChg>
      </pc:sldChg>
      <pc:sldChg chg="addSp delSp modSp mod modNotesTx">
        <pc:chgData name="Ross Tunnicliffe" userId="d6837b3d-8b57-406d-a8e4-876ef820a90e" providerId="ADAL" clId="{A4F5B657-CCB1-4582-B24E-179FBDA5961A}" dt="2026-08-30T08:57:17.332" v="509" actId="1076"/>
        <pc:sldMkLst>
          <pc:docMk/>
          <pc:sldMk cId="0" sldId="262"/>
        </pc:sldMkLst>
        <pc:spChg chg="mod">
          <ac:chgData name="Ross Tunnicliffe" userId="d6837b3d-8b57-406d-a8e4-876ef820a90e" providerId="ADAL" clId="{A4F5B657-CCB1-4582-B24E-179FBDA5961A}" dt="2026-08-01T19:08:04.157" v="200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8:04.157" v="200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8:04.157" v="200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8:31.579" v="215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8:40.650" v="226" actId="27636"/>
          <ac:spMkLst>
            <pc:docMk/>
            <pc:sldMk cId="0" sldId="262"/>
            <ac:spMk id="15" creationId="{00000000-0000-0000-0000-000000000000}"/>
          </ac:spMkLst>
        </pc:spChg>
        <pc:spChg chg="add mod">
          <ac:chgData name="Ross Tunnicliffe" userId="d6837b3d-8b57-406d-a8e4-876ef820a90e" providerId="ADAL" clId="{A4F5B657-CCB1-4582-B24E-179FBDA5961A}" dt="2026-08-01T19:08:18.273" v="203" actId="571"/>
          <ac:spMkLst>
            <pc:docMk/>
            <pc:sldMk cId="0" sldId="262"/>
            <ac:spMk id="16" creationId="{30B41831-7AB3-E636-27A9-4DDA9FC04ABE}"/>
          </ac:spMkLst>
        </pc:spChg>
        <pc:spChg chg="add mod">
          <ac:chgData name="Ross Tunnicliffe" userId="d6837b3d-8b57-406d-a8e4-876ef820a90e" providerId="ADAL" clId="{A4F5B657-CCB1-4582-B24E-179FBDA5961A}" dt="2026-08-01T19:08:21.859" v="210" actId="1037"/>
          <ac:spMkLst>
            <pc:docMk/>
            <pc:sldMk cId="0" sldId="262"/>
            <ac:spMk id="17" creationId="{A718F49B-CBFF-7E21-5CC3-F47D4711CF0C}"/>
          </ac:spMkLst>
        </pc:spChg>
        <pc:picChg chg="mod modCrop">
          <ac:chgData name="Ross Tunnicliffe" userId="d6837b3d-8b57-406d-a8e4-876ef820a90e" providerId="ADAL" clId="{A4F5B657-CCB1-4582-B24E-179FBDA5961A}" dt="2026-08-30T08:57:17.332" v="509" actId="1076"/>
          <ac:picMkLst>
            <pc:docMk/>
            <pc:sldMk cId="0" sldId="262"/>
            <ac:picMk id="9" creationId="{00000000-0000-0000-0000-000000000000}"/>
          </ac:picMkLst>
        </pc:picChg>
      </pc:sldChg>
      <pc:sldChg chg="addSp delSp modSp mod modNotesTx">
        <pc:chgData name="Ross Tunnicliffe" userId="d6837b3d-8b57-406d-a8e4-876ef820a90e" providerId="ADAL" clId="{A4F5B657-CCB1-4582-B24E-179FBDA5961A}" dt="2026-08-30T08:57:40.328" v="513" actId="14100"/>
        <pc:sldMkLst>
          <pc:docMk/>
          <pc:sldMk cId="0" sldId="263"/>
        </pc:sldMkLst>
        <pc:spChg chg="mod">
          <ac:chgData name="Ross Tunnicliffe" userId="d6837b3d-8b57-406d-a8e4-876ef820a90e" providerId="ADAL" clId="{A4F5B657-CCB1-4582-B24E-179FBDA5961A}" dt="2026-08-01T19:08:51.887" v="228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8:51.887" v="228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8:51.887" v="228" actId="27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9:15.015" v="246" actId="579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9:34.961" v="259" actId="1038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9:43.091" v="280" actId="103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8:51.887" v="228" actId="2711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8:57:40.328" v="513" actId="14100"/>
          <ac:spMkLst>
            <pc:docMk/>
            <pc:sldMk cId="0" sldId="263"/>
            <ac:spMk id="16" creationId="{00000000-0000-0000-0000-000000000000}"/>
          </ac:spMkLst>
        </pc:spChg>
        <pc:spChg chg="add mod">
          <ac:chgData name="Ross Tunnicliffe" userId="d6837b3d-8b57-406d-a8e4-876ef820a90e" providerId="ADAL" clId="{A4F5B657-CCB1-4582-B24E-179FBDA5961A}" dt="2026-08-01T19:09:02.140" v="237" actId="1038"/>
          <ac:spMkLst>
            <pc:docMk/>
            <pc:sldMk cId="0" sldId="263"/>
            <ac:spMk id="17" creationId="{A92443F0-BEF7-FDBA-0823-DFF9E5711192}"/>
          </ac:spMkLst>
        </pc:spChg>
        <pc:picChg chg="mod modCrop">
          <ac:chgData name="Ross Tunnicliffe" userId="d6837b3d-8b57-406d-a8e4-876ef820a90e" providerId="ADAL" clId="{A4F5B657-CCB1-4582-B24E-179FBDA5961A}" dt="2026-08-30T08:57:34.221" v="512" actId="1076"/>
          <ac:picMkLst>
            <pc:docMk/>
            <pc:sldMk cId="0" sldId="263"/>
            <ac:picMk id="9" creationId="{00000000-0000-0000-0000-000000000000}"/>
          </ac:picMkLst>
        </pc:picChg>
      </pc:sldChg>
      <pc:sldChg chg="addSp delSp modSp mod modNotesTx">
        <pc:chgData name="Ross Tunnicliffe" userId="d6837b3d-8b57-406d-a8e4-876ef820a90e" providerId="ADAL" clId="{A4F5B657-CCB1-4582-B24E-179FBDA5961A}" dt="2026-08-01T19:11:05.734" v="296" actId="1076"/>
        <pc:sldMkLst>
          <pc:docMk/>
          <pc:sldMk cId="0" sldId="264"/>
        </pc:sldMkLst>
        <pc:spChg chg="mod">
          <ac:chgData name="Ross Tunnicliffe" userId="d6837b3d-8b57-406d-a8e4-876ef820a90e" providerId="ADAL" clId="{A4F5B657-CCB1-4582-B24E-179FBDA5961A}" dt="2026-08-01T19:10:12.558" v="286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12.558" v="286" actId="2711"/>
          <ac:spMkLst>
            <pc:docMk/>
            <pc:sldMk cId="0" sldId="264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12.558" v="286" actId="271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12.558" v="286" actId="2711"/>
          <ac:spMkLst>
            <pc:docMk/>
            <pc:sldMk cId="0" sldId="264"/>
            <ac:spMk id="2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56.765" v="293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12.558" v="286" actId="2711"/>
          <ac:spMkLst>
            <pc:docMk/>
            <pc:sldMk cId="0" sldId="264"/>
            <ac:spMk id="2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02.517" v="295" actId="16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02.517" v="295" actId="16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02.517" v="295" actId="164"/>
          <ac:spMkLst>
            <pc:docMk/>
            <pc:sldMk cId="0" sldId="264"/>
            <ac:spMk id="2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02.517" v="295" actId="164"/>
          <ac:spMkLst>
            <pc:docMk/>
            <pc:sldMk cId="0" sldId="264"/>
            <ac:spMk id="2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41.686" v="288" actId="255"/>
          <ac:spMkLst>
            <pc:docMk/>
            <pc:sldMk cId="0" sldId="264"/>
            <ac:spMk id="2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59.607" v="294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59.607" v="294" actId="164"/>
          <ac:spMkLst>
            <pc:docMk/>
            <pc:sldMk cId="0" sldId="264"/>
            <ac:spMk id="2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59.607" v="294" actId="164"/>
          <ac:spMkLst>
            <pc:docMk/>
            <pc:sldMk cId="0" sldId="264"/>
            <ac:spMk id="3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59.607" v="294" actId="164"/>
          <ac:spMkLst>
            <pc:docMk/>
            <pc:sldMk cId="0" sldId="264"/>
            <ac:spMk id="3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49.129" v="290" actId="14100"/>
          <ac:spMkLst>
            <pc:docMk/>
            <pc:sldMk cId="0" sldId="264"/>
            <ac:spMk id="3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12.558" v="286" actId="2711"/>
          <ac:spMkLst>
            <pc:docMk/>
            <pc:sldMk cId="0" sldId="264"/>
            <ac:spMk id="3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0:12.576" v="287" actId="27636"/>
          <ac:spMkLst>
            <pc:docMk/>
            <pc:sldMk cId="0" sldId="264"/>
            <ac:spMk id="36" creationId="{00000000-0000-0000-0000-000000000000}"/>
          </ac:spMkLst>
        </pc:spChg>
        <pc:grpChg chg="add mod">
          <ac:chgData name="Ross Tunnicliffe" userId="d6837b3d-8b57-406d-a8e4-876ef820a90e" providerId="ADAL" clId="{A4F5B657-CCB1-4582-B24E-179FBDA5961A}" dt="2026-08-01T19:11:05.734" v="296" actId="1076"/>
          <ac:grpSpMkLst>
            <pc:docMk/>
            <pc:sldMk cId="0" sldId="264"/>
            <ac:grpSpMk id="38" creationId="{416354F9-9569-A2D7-BCA1-63E5BA0D4A91}"/>
          </ac:grpSpMkLst>
        </pc:grpChg>
        <pc:grpChg chg="add mod">
          <ac:chgData name="Ross Tunnicliffe" userId="d6837b3d-8b57-406d-a8e4-876ef820a90e" providerId="ADAL" clId="{A4F5B657-CCB1-4582-B24E-179FBDA5961A}" dt="2026-08-01T19:11:02.517" v="295" actId="164"/>
          <ac:grpSpMkLst>
            <pc:docMk/>
            <pc:sldMk cId="0" sldId="264"/>
            <ac:grpSpMk id="39" creationId="{97FF2E63-8FF2-F631-CBD8-74764CC87B80}"/>
          </ac:grpSpMkLst>
        </pc:grpChg>
      </pc:sldChg>
      <pc:sldChg chg="addSp delSp modSp mod modNotesTx">
        <pc:chgData name="Ross Tunnicliffe" userId="d6837b3d-8b57-406d-a8e4-876ef820a90e" providerId="ADAL" clId="{A4F5B657-CCB1-4582-B24E-179FBDA5961A}" dt="2026-08-01T19:12:46.877" v="330" actId="1035"/>
        <pc:sldMkLst>
          <pc:docMk/>
          <pc:sldMk cId="0" sldId="265"/>
        </pc:sldMkLst>
        <pc:spChg chg="mod">
          <ac:chgData name="Ross Tunnicliffe" userId="d6837b3d-8b57-406d-a8e4-876ef820a90e" providerId="ADAL" clId="{A4F5B657-CCB1-4582-B24E-179FBDA5961A}" dt="2026-08-01T19:11:39.402" v="300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39.402" v="300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7.460" v="304" actId="164"/>
          <ac:spMkLst>
            <pc:docMk/>
            <pc:sldMk cId="0" sldId="265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7.460" v="304" actId="16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7.460" v="304" actId="164"/>
          <ac:spMkLst>
            <pc:docMk/>
            <pc:sldMk cId="0" sldId="265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2.687" v="301" actId="164"/>
          <ac:spMkLst>
            <pc:docMk/>
            <pc:sldMk cId="0" sldId="265"/>
            <ac:spMk id="1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2.687" v="301" actId="164"/>
          <ac:spMkLst>
            <pc:docMk/>
            <pc:sldMk cId="0" sldId="265"/>
            <ac:spMk id="2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2.687" v="301" actId="164"/>
          <ac:spMkLst>
            <pc:docMk/>
            <pc:sldMk cId="0" sldId="265"/>
            <ac:spMk id="2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2.687" v="301" actId="164"/>
          <ac:spMkLst>
            <pc:docMk/>
            <pc:sldMk cId="0" sldId="265"/>
            <ac:spMk id="2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39.402" v="300" actId="2711"/>
          <ac:spMkLst>
            <pc:docMk/>
            <pc:sldMk cId="0" sldId="265"/>
            <ac:spMk id="2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4.147" v="302" actId="164"/>
          <ac:spMkLst>
            <pc:docMk/>
            <pc:sldMk cId="0" sldId="265"/>
            <ac:spMk id="2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4.147" v="302" actId="164"/>
          <ac:spMkLst>
            <pc:docMk/>
            <pc:sldMk cId="0" sldId="265"/>
            <ac:spMk id="2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4.147" v="302" actId="164"/>
          <ac:spMkLst>
            <pc:docMk/>
            <pc:sldMk cId="0" sldId="265"/>
            <ac:spMk id="2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4.147" v="302" actId="164"/>
          <ac:spMkLst>
            <pc:docMk/>
            <pc:sldMk cId="0" sldId="265"/>
            <ac:spMk id="2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3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3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5.778" v="303" actId="164"/>
          <ac:spMkLst>
            <pc:docMk/>
            <pc:sldMk cId="0" sldId="265"/>
            <ac:spMk id="3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55.778" v="303" actId="164"/>
          <ac:spMkLst>
            <pc:docMk/>
            <pc:sldMk cId="0" sldId="265"/>
            <ac:spMk id="3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1:39.402" v="300" actId="2711"/>
          <ac:spMkLst>
            <pc:docMk/>
            <pc:sldMk cId="0" sldId="265"/>
            <ac:spMk id="3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2:46.877" v="330" actId="1035"/>
          <ac:spMkLst>
            <pc:docMk/>
            <pc:sldMk cId="0" sldId="265"/>
            <ac:spMk id="36" creationId="{00000000-0000-0000-0000-000000000000}"/>
          </ac:spMkLst>
        </pc:spChg>
        <pc:grpChg chg="add mod">
          <ac:chgData name="Ross Tunnicliffe" userId="d6837b3d-8b57-406d-a8e4-876ef820a90e" providerId="ADAL" clId="{A4F5B657-CCB1-4582-B24E-179FBDA5961A}" dt="2026-08-01T19:11:52.687" v="301" actId="164"/>
          <ac:grpSpMkLst>
            <pc:docMk/>
            <pc:sldMk cId="0" sldId="265"/>
            <ac:grpSpMk id="42" creationId="{0D313863-365D-0476-D955-77BDB1A207DB}"/>
          </ac:grpSpMkLst>
        </pc:grpChg>
        <pc:grpChg chg="add mod">
          <ac:chgData name="Ross Tunnicliffe" userId="d6837b3d-8b57-406d-a8e4-876ef820a90e" providerId="ADAL" clId="{A4F5B657-CCB1-4582-B24E-179FBDA5961A}" dt="2026-08-01T19:11:54.147" v="302" actId="164"/>
          <ac:grpSpMkLst>
            <pc:docMk/>
            <pc:sldMk cId="0" sldId="265"/>
            <ac:grpSpMk id="43" creationId="{F22658AB-86AB-1D39-AEAE-8D7AEAF77F83}"/>
          </ac:grpSpMkLst>
        </pc:grpChg>
        <pc:grpChg chg="add mod">
          <ac:chgData name="Ross Tunnicliffe" userId="d6837b3d-8b57-406d-a8e4-876ef820a90e" providerId="ADAL" clId="{A4F5B657-CCB1-4582-B24E-179FBDA5961A}" dt="2026-08-01T19:11:55.778" v="303" actId="164"/>
          <ac:grpSpMkLst>
            <pc:docMk/>
            <pc:sldMk cId="0" sldId="265"/>
            <ac:grpSpMk id="44" creationId="{85AA0C13-9DEE-661E-DA43-F60868B88C1B}"/>
          </ac:grpSpMkLst>
        </pc:grpChg>
        <pc:grpChg chg="add mod">
          <ac:chgData name="Ross Tunnicliffe" userId="d6837b3d-8b57-406d-a8e4-876ef820a90e" providerId="ADAL" clId="{A4F5B657-CCB1-4582-B24E-179FBDA5961A}" dt="2026-08-01T19:11:57.460" v="304" actId="164"/>
          <ac:grpSpMkLst>
            <pc:docMk/>
            <pc:sldMk cId="0" sldId="265"/>
            <ac:grpSpMk id="45" creationId="{6654C5EF-9FF6-DF23-2474-BEF50BD7D331}"/>
          </ac:grpSpMkLst>
        </pc:grpChg>
      </pc:sldChg>
      <pc:sldChg chg="delSp modSp mod modNotesTx">
        <pc:chgData name="Ross Tunnicliffe" userId="d6837b3d-8b57-406d-a8e4-876ef820a90e" providerId="ADAL" clId="{A4F5B657-CCB1-4582-B24E-179FBDA5961A}" dt="2026-08-01T19:14:07.337" v="348" actId="1038"/>
        <pc:sldMkLst>
          <pc:docMk/>
          <pc:sldMk cId="0" sldId="266"/>
        </pc:sldMkLst>
        <pc:spChg chg="mod">
          <ac:chgData name="Ross Tunnicliffe" userId="d6837b3d-8b57-406d-a8e4-876ef820a90e" providerId="ADAL" clId="{A4F5B657-CCB1-4582-B24E-179FBDA5961A}" dt="2026-08-01T19:13:21.120" v="334" actId="2711"/>
          <ac:spMkLst>
            <pc:docMk/>
            <pc:sldMk cId="0" sldId="266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2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2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2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3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3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4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07.337" v="348" actId="1038"/>
          <ac:spMkLst>
            <pc:docMk/>
            <pc:sldMk cId="0" sldId="266"/>
            <ac:spMk id="4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3:40.531" v="336" actId="14100"/>
          <ac:spMkLst>
            <pc:docMk/>
            <pc:sldMk cId="0" sldId="266"/>
            <ac:spMk id="4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3:46.001" v="337" actId="14100"/>
          <ac:spMkLst>
            <pc:docMk/>
            <pc:sldMk cId="0" sldId="266"/>
            <ac:spMk id="4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3:33.095" v="335" actId="255"/>
          <ac:spMkLst>
            <pc:docMk/>
            <pc:sldMk cId="0" sldId="266"/>
            <ac:spMk id="48" creationId="{00000000-0000-0000-0000-000000000000}"/>
          </ac:spMkLst>
        </pc:spChg>
      </pc:sldChg>
      <pc:sldChg chg="addSp delSp modSp mod modNotesTx">
        <pc:chgData name="Ross Tunnicliffe" userId="d6837b3d-8b57-406d-a8e4-876ef820a90e" providerId="ADAL" clId="{A4F5B657-CCB1-4582-B24E-179FBDA5961A}" dt="2026-08-01T19:15:42.393" v="391" actId="14100"/>
        <pc:sldMkLst>
          <pc:docMk/>
          <pc:sldMk cId="0" sldId="267"/>
        </pc:sldMkLst>
        <pc:spChg chg="mod">
          <ac:chgData name="Ross Tunnicliffe" userId="d6837b3d-8b57-406d-a8e4-876ef820a90e" providerId="ADAL" clId="{A4F5B657-CCB1-4582-B24E-179FBDA5961A}" dt="2026-08-01T19:14:18.440" v="349" actId="2711"/>
          <ac:spMkLst>
            <pc:docMk/>
            <pc:sldMk cId="0" sldId="267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06.298" v="365" actId="276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12.120" v="373" actId="276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34.360" v="390" actId="1410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42.393" v="391" actId="1410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4:18.440" v="349" actId="2711"/>
          <ac:spMkLst>
            <pc:docMk/>
            <pc:sldMk cId="0" sldId="267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24.793" v="374" actId="255"/>
          <ac:spMkLst>
            <pc:docMk/>
            <pc:sldMk cId="0" sldId="267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31.931" v="389" actId="10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31.931" v="389" actId="10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31.931" v="389" actId="103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31.931" v="389" actId="1036"/>
          <ac:spMkLst>
            <pc:docMk/>
            <pc:sldMk cId="0" sldId="267"/>
            <ac:spMk id="22" creationId="{00000000-0000-0000-0000-000000000000}"/>
          </ac:spMkLst>
        </pc:spChg>
        <pc:spChg chg="add mod">
          <ac:chgData name="Ross Tunnicliffe" userId="d6837b3d-8b57-406d-a8e4-876ef820a90e" providerId="ADAL" clId="{A4F5B657-CCB1-4582-B24E-179FBDA5961A}" dt="2026-08-01T19:14:23.530" v="350" actId="571"/>
          <ac:spMkLst>
            <pc:docMk/>
            <pc:sldMk cId="0" sldId="267"/>
            <ac:spMk id="23" creationId="{3027AC95-87FE-6AF7-F398-04CBF384579D}"/>
          </ac:spMkLst>
        </pc:spChg>
        <pc:spChg chg="add mod">
          <ac:chgData name="Ross Tunnicliffe" userId="d6837b3d-8b57-406d-a8e4-876ef820a90e" providerId="ADAL" clId="{A4F5B657-CCB1-4582-B24E-179FBDA5961A}" dt="2026-08-01T19:14:26.537" v="351" actId="571"/>
          <ac:spMkLst>
            <pc:docMk/>
            <pc:sldMk cId="0" sldId="267"/>
            <ac:spMk id="24" creationId="{0DC92CCE-808F-0B85-9B1C-1AE110AB7451}"/>
          </ac:spMkLst>
        </pc:spChg>
      </pc:sldChg>
      <pc:sldChg chg="addSp delSp modSp mod modNotesTx">
        <pc:chgData name="Ross Tunnicliffe" userId="d6837b3d-8b57-406d-a8e4-876ef820a90e" providerId="ADAL" clId="{A4F5B657-CCB1-4582-B24E-179FBDA5961A}" dt="2026-08-01T19:16:37.406" v="401" actId="14100"/>
        <pc:sldMkLst>
          <pc:docMk/>
          <pc:sldMk cId="0" sldId="268"/>
        </pc:sldMkLst>
        <pc:spChg chg="mod">
          <ac:chgData name="Ross Tunnicliffe" userId="d6837b3d-8b57-406d-a8e4-876ef820a90e" providerId="ADAL" clId="{A4F5B657-CCB1-4582-B24E-179FBDA5961A}" dt="2026-08-01T19:16:14.032" v="396" actId="164"/>
          <ac:spMkLst>
            <pc:docMk/>
            <pc:sldMk cId="0" sldId="268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4.032" v="396" actId="16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59.809" v="392" actId="2711"/>
          <ac:spMkLst>
            <pc:docMk/>
            <pc:sldMk cId="0" sldId="268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6.970" v="397" actId="164"/>
          <ac:spMkLst>
            <pc:docMk/>
            <pc:sldMk cId="0" sldId="268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6.970" v="397" actId="16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6.970" v="397" actId="164"/>
          <ac:spMkLst>
            <pc:docMk/>
            <pc:sldMk cId="0" sldId="268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6.970" v="397" actId="16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5:59.809" v="392" actId="2711"/>
          <ac:spMkLst>
            <pc:docMk/>
            <pc:sldMk cId="0" sldId="268"/>
            <ac:spMk id="2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8.631" v="398" actId="164"/>
          <ac:spMkLst>
            <pc:docMk/>
            <pc:sldMk cId="0" sldId="268"/>
            <ac:spMk id="2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8.631" v="398" actId="164"/>
          <ac:spMkLst>
            <pc:docMk/>
            <pc:sldMk cId="0" sldId="268"/>
            <ac:spMk id="2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18.631" v="398" actId="164"/>
          <ac:spMkLst>
            <pc:docMk/>
            <pc:sldMk cId="0" sldId="268"/>
            <ac:spMk id="2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31.114" v="400" actId="14100"/>
          <ac:spMkLst>
            <pc:docMk/>
            <pc:sldMk cId="0" sldId="268"/>
            <ac:spMk id="2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37.406" v="401" actId="14100"/>
          <ac:spMkLst>
            <pc:docMk/>
            <pc:sldMk cId="0" sldId="268"/>
            <ac:spMk id="2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6:25.593" v="399" actId="255"/>
          <ac:spMkLst>
            <pc:docMk/>
            <pc:sldMk cId="0" sldId="268"/>
            <ac:spMk id="30" creationId="{00000000-0000-0000-0000-000000000000}"/>
          </ac:spMkLst>
        </pc:spChg>
        <pc:grpChg chg="add mod">
          <ac:chgData name="Ross Tunnicliffe" userId="d6837b3d-8b57-406d-a8e4-876ef820a90e" providerId="ADAL" clId="{A4F5B657-CCB1-4582-B24E-179FBDA5961A}" dt="2026-08-01T19:16:14.032" v="396" actId="164"/>
          <ac:grpSpMkLst>
            <pc:docMk/>
            <pc:sldMk cId="0" sldId="268"/>
            <ac:grpSpMk id="32" creationId="{50B374FD-1536-40D7-BCF5-05B1C0A441C5}"/>
          </ac:grpSpMkLst>
        </pc:grpChg>
        <pc:grpChg chg="add mod">
          <ac:chgData name="Ross Tunnicliffe" userId="d6837b3d-8b57-406d-a8e4-876ef820a90e" providerId="ADAL" clId="{A4F5B657-CCB1-4582-B24E-179FBDA5961A}" dt="2026-08-01T19:16:16.970" v="397" actId="164"/>
          <ac:grpSpMkLst>
            <pc:docMk/>
            <pc:sldMk cId="0" sldId="268"/>
            <ac:grpSpMk id="33" creationId="{02EDB2BF-8006-4C56-5E66-44E5C0F36FFD}"/>
          </ac:grpSpMkLst>
        </pc:grpChg>
        <pc:grpChg chg="add mod">
          <ac:chgData name="Ross Tunnicliffe" userId="d6837b3d-8b57-406d-a8e4-876ef820a90e" providerId="ADAL" clId="{A4F5B657-CCB1-4582-B24E-179FBDA5961A}" dt="2026-08-01T19:16:18.631" v="398" actId="164"/>
          <ac:grpSpMkLst>
            <pc:docMk/>
            <pc:sldMk cId="0" sldId="268"/>
            <ac:grpSpMk id="34" creationId="{8D1C53C1-2B16-5D65-BF99-5C658FE55066}"/>
          </ac:grpSpMkLst>
        </pc:grpChg>
      </pc:sldChg>
      <pc:sldChg chg="delSp modSp mod modNotesTx">
        <pc:chgData name="Ross Tunnicliffe" userId="d6837b3d-8b57-406d-a8e4-876ef820a90e" providerId="ADAL" clId="{A4F5B657-CCB1-4582-B24E-179FBDA5961A}" dt="2026-08-30T09:04:03.184" v="516" actId="478"/>
        <pc:sldMkLst>
          <pc:docMk/>
          <pc:sldMk cId="0" sldId="269"/>
        </pc:sldMkLst>
        <pc:spChg chg="mod">
          <ac:chgData name="Ross Tunnicliffe" userId="d6837b3d-8b57-406d-a8e4-876ef820a90e" providerId="ADAL" clId="{A4F5B657-CCB1-4582-B24E-179FBDA5961A}" dt="2026-08-01T19:16:53.848" v="402" actId="2711"/>
          <ac:spMkLst>
            <pc:docMk/>
            <pc:sldMk cId="0" sldId="269"/>
            <ac:spMk id="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8.494" v="515" actId="25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7:26.544" v="422" actId="103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1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7:26.544" v="422" actId="1037"/>
          <ac:spMkLst>
            <pc:docMk/>
            <pc:sldMk cId="0" sldId="269"/>
            <ac:spMk id="2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2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3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7:26.544" v="422" actId="1037"/>
          <ac:spMkLst>
            <pc:docMk/>
            <pc:sldMk cId="0" sldId="269"/>
            <ac:spMk id="3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7:26.544" v="422" actId="1037"/>
          <ac:spMkLst>
            <pc:docMk/>
            <pc:sldMk cId="0" sldId="269"/>
            <ac:spMk id="3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3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7:26.544" v="422" actId="1037"/>
          <ac:spMkLst>
            <pc:docMk/>
            <pc:sldMk cId="0" sldId="269"/>
            <ac:spMk id="3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3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3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4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7:26.544" v="422" actId="1037"/>
          <ac:spMkLst>
            <pc:docMk/>
            <pc:sldMk cId="0" sldId="269"/>
            <ac:spMk id="4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4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30T09:03:21.936" v="514" actId="255"/>
          <ac:spMkLst>
            <pc:docMk/>
            <pc:sldMk cId="0" sldId="269"/>
            <ac:spMk id="45" creationId="{00000000-0000-0000-0000-000000000000}"/>
          </ac:spMkLst>
        </pc:spChg>
        <pc:spChg chg="del mod">
          <ac:chgData name="Ross Tunnicliffe" userId="d6837b3d-8b57-406d-a8e4-876ef820a90e" providerId="ADAL" clId="{A4F5B657-CCB1-4582-B24E-179FBDA5961A}" dt="2026-08-30T09:04:03.184" v="516" actId="478"/>
          <ac:spMkLst>
            <pc:docMk/>
            <pc:sldMk cId="0" sldId="269"/>
            <ac:spMk id="49" creationId="{00000000-0000-0000-0000-000000000000}"/>
          </ac:spMkLst>
        </pc:spChg>
        <pc:spChg chg="del mod">
          <ac:chgData name="Ross Tunnicliffe" userId="d6837b3d-8b57-406d-a8e4-876ef820a90e" providerId="ADAL" clId="{A4F5B657-CCB1-4582-B24E-179FBDA5961A}" dt="2026-08-30T09:04:03.184" v="516" actId="478"/>
          <ac:spMkLst>
            <pc:docMk/>
            <pc:sldMk cId="0" sldId="269"/>
            <ac:spMk id="50" creationId="{00000000-0000-0000-0000-000000000000}"/>
          </ac:spMkLst>
        </pc:spChg>
        <pc:spChg chg="del">
          <ac:chgData name="Ross Tunnicliffe" userId="d6837b3d-8b57-406d-a8e4-876ef820a90e" providerId="ADAL" clId="{A4F5B657-CCB1-4582-B24E-179FBDA5961A}" dt="2026-08-30T09:04:03.184" v="516" actId="478"/>
          <ac:spMkLst>
            <pc:docMk/>
            <pc:sldMk cId="0" sldId="269"/>
            <ac:spMk id="51" creationId="{00000000-0000-0000-0000-000000000000}"/>
          </ac:spMkLst>
        </pc:spChg>
        <pc:spChg chg="del mod">
          <ac:chgData name="Ross Tunnicliffe" userId="d6837b3d-8b57-406d-a8e4-876ef820a90e" providerId="ADAL" clId="{A4F5B657-CCB1-4582-B24E-179FBDA5961A}" dt="2026-08-30T09:04:03.184" v="516" actId="478"/>
          <ac:spMkLst>
            <pc:docMk/>
            <pc:sldMk cId="0" sldId="269"/>
            <ac:spMk id="52" creationId="{00000000-0000-0000-0000-000000000000}"/>
          </ac:spMkLst>
        </pc:spChg>
      </pc:sldChg>
      <pc:sldChg chg="addSp delSp modSp mod modNotesTx">
        <pc:chgData name="Ross Tunnicliffe" userId="d6837b3d-8b57-406d-a8e4-876ef820a90e" providerId="ADAL" clId="{A4F5B657-CCB1-4582-B24E-179FBDA5961A}" dt="2026-08-01T19:21:43.004" v="451" actId="6549"/>
        <pc:sldMkLst>
          <pc:docMk/>
          <pc:sldMk cId="0" sldId="270"/>
        </pc:sldMkLst>
        <pc:spChg chg="mod">
          <ac:chgData name="Ross Tunnicliffe" userId="d6837b3d-8b57-406d-a8e4-876ef820a90e" providerId="ADAL" clId="{A4F5B657-CCB1-4582-B24E-179FBDA5961A}" dt="2026-08-01T19:19:25.123" v="429" actId="2711"/>
          <ac:spMkLst>
            <pc:docMk/>
            <pc:sldMk cId="0" sldId="270"/>
            <ac:spMk id="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9:25.123" v="429" actId="2711"/>
          <ac:spMkLst>
            <pc:docMk/>
            <pc:sldMk cId="0" sldId="270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9:34.933" v="436" actId="2057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9:41.705" v="443" actId="20577"/>
          <ac:spMkLst>
            <pc:docMk/>
            <pc:sldMk cId="0" sldId="270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9:54.661" v="445" actId="14100"/>
          <ac:spMkLst>
            <pc:docMk/>
            <pc:sldMk cId="0" sldId="270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20:01.044" v="446" actId="14100"/>
          <ac:spMkLst>
            <pc:docMk/>
            <pc:sldMk cId="0" sldId="270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19:25.123" v="429" actId="2711"/>
          <ac:spMkLst>
            <pc:docMk/>
            <pc:sldMk cId="0" sldId="270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20:55.882" v="449" actId="242"/>
          <ac:spMkLst>
            <pc:docMk/>
            <pc:sldMk cId="0" sldId="270"/>
            <ac:spMk id="18" creationId="{00000000-0000-0000-0000-000000000000}"/>
          </ac:spMkLst>
        </pc:spChg>
        <pc:spChg chg="add mod">
          <ac:chgData name="Ross Tunnicliffe" userId="d6837b3d-8b57-406d-a8e4-876ef820a90e" providerId="ADAL" clId="{A4F5B657-CCB1-4582-B24E-179FBDA5961A}" dt="2026-08-01T19:19:25.123" v="429" actId="2711"/>
          <ac:spMkLst>
            <pc:docMk/>
            <pc:sldMk cId="0" sldId="270"/>
            <ac:spMk id="19" creationId="{E8DC1D90-606D-23A3-8DB7-5EC48E460584}"/>
          </ac:spMkLst>
        </pc:spChg>
        <pc:spChg chg="add mod">
          <ac:chgData name="Ross Tunnicliffe" userId="d6837b3d-8b57-406d-a8e4-876ef820a90e" providerId="ADAL" clId="{A4F5B657-CCB1-4582-B24E-179FBDA5961A}" dt="2026-08-01T19:19:18.651" v="427" actId="1038"/>
          <ac:spMkLst>
            <pc:docMk/>
            <pc:sldMk cId="0" sldId="270"/>
            <ac:spMk id="20" creationId="{5829C863-C08B-0CDD-44E5-9DC74E3A9307}"/>
          </ac:spMkLst>
        </pc:spChg>
      </pc:sldChg>
      <pc:sldChg chg="delSp modSp mod modNotesTx">
        <pc:chgData name="Ross Tunnicliffe" userId="d6837b3d-8b57-406d-a8e4-876ef820a90e" providerId="ADAL" clId="{A4F5B657-CCB1-4582-B24E-179FBDA5961A}" dt="2026-08-30T09:04:54.631" v="519" actId="1076"/>
        <pc:sldMkLst>
          <pc:docMk/>
          <pc:sldMk cId="0" sldId="272"/>
        </pc:sldMkLst>
        <pc:spChg chg="mod">
          <ac:chgData name="Ross Tunnicliffe" userId="d6837b3d-8b57-406d-a8e4-876ef820a90e" providerId="ADAL" clId="{A4F5B657-CCB1-4582-B24E-179FBDA5961A}" dt="2026-08-01T19:25:00.499" v="462" actId="2711"/>
          <ac:spMkLst>
            <pc:docMk/>
            <pc:sldMk cId="0" sldId="272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25:00.499" v="462" actId="2711"/>
          <ac:spMkLst>
            <pc:docMk/>
            <pc:sldMk cId="0" sldId="272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25:00.499" v="462" actId="2711"/>
          <ac:spMkLst>
            <pc:docMk/>
            <pc:sldMk cId="0" sldId="272"/>
            <ac:spMk id="1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25:00.499" v="462" actId="2711"/>
          <ac:spMkLst>
            <pc:docMk/>
            <pc:sldMk cId="0" sldId="272"/>
            <ac:spMk id="1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25:00.499" v="462" actId="2711"/>
          <ac:spMkLst>
            <pc:docMk/>
            <pc:sldMk cId="0" sldId="272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0:47.420" v="31" actId="2763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25:00.499" v="462" actId="2711"/>
          <ac:spMkLst>
            <pc:docMk/>
            <pc:sldMk cId="0" sldId="272"/>
            <ac:spMk id="2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9:00:47.420" v="32" actId="27636"/>
          <ac:spMkLst>
            <pc:docMk/>
            <pc:sldMk cId="0" sldId="272"/>
            <ac:spMk id="22" creationId="{00000000-0000-0000-0000-000000000000}"/>
          </ac:spMkLst>
        </pc:spChg>
        <pc:picChg chg="mod modCrop">
          <ac:chgData name="Ross Tunnicliffe" userId="d6837b3d-8b57-406d-a8e4-876ef820a90e" providerId="ADAL" clId="{A4F5B657-CCB1-4582-B24E-179FBDA5961A}" dt="2026-08-30T09:04:54.631" v="519" actId="1076"/>
          <ac:picMkLst>
            <pc:docMk/>
            <pc:sldMk cId="0" sldId="272"/>
            <ac:picMk id="2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5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7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7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3" name="Image 0" descr="/mnt/data/a_wide_cinematic_high_tech_office_command_room_sc_batch_1.png"/>
          <p:cNvPicPr>
            <a:picLocks noChangeAspect="1"/>
          </p:cNvPicPr>
          <p:nvPr/>
        </p:nvPicPr>
        <p:blipFill>
          <a:blip r:embed="rId3"/>
          <a:srcRect l="20000" r="27622"/>
          <a:stretch/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0"/>
            <a:ext cx="109728" cy="6858000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Text 2"/>
          <p:cNvSpPr/>
          <p:nvPr/>
        </p:nvSpPr>
        <p:spPr>
          <a:xfrm>
            <a:off x="566928" y="822960"/>
            <a:ext cx="4800600" cy="148132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GB" sz="32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Infrastructure</a:t>
            </a:r>
            <a:endParaRPr lang="en-GB" sz="3200" noProof="0" dirty="0"/>
          </a:p>
          <a:p>
            <a:pPr marL="0" indent="0" algn="l">
              <a:buNone/>
            </a:pPr>
            <a:r>
              <a:rPr lang="en-GB" sz="32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Server</a:t>
            </a:r>
            <a:endParaRPr lang="en-GB" sz="3200" noProof="0" dirty="0"/>
          </a:p>
          <a:p>
            <a:pPr marL="0" indent="0" algn="l">
              <a:buNone/>
            </a:pPr>
            <a:r>
              <a:rPr lang="en-GB" sz="32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Placement</a:t>
            </a:r>
            <a:endParaRPr lang="en-GB" sz="3200" noProof="0" dirty="0"/>
          </a:p>
        </p:txBody>
      </p:sp>
      <p:sp>
        <p:nvSpPr>
          <p:cNvPr id="6" name="Text 3"/>
          <p:cNvSpPr/>
          <p:nvPr/>
        </p:nvSpPr>
        <p:spPr>
          <a:xfrm>
            <a:off x="612648" y="2651760"/>
            <a:ext cx="4480560" cy="6583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GB" sz="1900" b="1" noProof="0" dirty="0">
                <a:solidFill>
                  <a:srgbClr val="D7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2: from business requirements to a defensible design proposal</a:t>
            </a:r>
            <a:endParaRPr lang="en-GB" sz="1900" noProof="0" dirty="0"/>
          </a:p>
        </p:txBody>
      </p:sp>
      <p:sp>
        <p:nvSpPr>
          <p:cNvPr id="7" name="Shape 4"/>
          <p:cNvSpPr/>
          <p:nvPr/>
        </p:nvSpPr>
        <p:spPr>
          <a:xfrm>
            <a:off x="621792" y="356616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8" name="Text 5"/>
          <p:cNvSpPr/>
          <p:nvPr/>
        </p:nvSpPr>
        <p:spPr>
          <a:xfrm>
            <a:off x="676656" y="3593592"/>
            <a:ext cx="2039112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SCQF Level 8 / HND</a:t>
            </a:r>
            <a:endParaRPr lang="en-GB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2944368" y="356616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44D7A"/>
          </a:solidFill>
          <a:ln w="12700">
            <a:solidFill>
              <a:srgbClr val="244D7A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Text 7"/>
          <p:cNvSpPr/>
          <p:nvPr/>
        </p:nvSpPr>
        <p:spPr>
          <a:xfrm>
            <a:off x="2999232" y="3593592"/>
            <a:ext cx="1307592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1</a:t>
            </a:r>
            <a:endParaRPr lang="en-GB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658368" y="5897880"/>
            <a:ext cx="43434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50" i="1" noProof="0" dirty="0">
                <a:solidFill>
                  <a:srgbClr val="B8D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Freeman Industries Secure Infrastructure Project</a:t>
            </a:r>
            <a:endParaRPr lang="en-GB" sz="12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77A"/>
                </a:solidFill>
              </a:defRPr>
            </a:lvl1pPr>
          </a:lstStyle>
          <a:p>
            <a:pPr algn="l"/>
            <a:fld id="{F7021451-1387-4CA6-816F-3879F97B5CBC}" type="slidenum">
              <a:rPr lang="en-GB" b="0" noProof="0" smtClean="0"/>
              <a:t>1</a:t>
            </a:fld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Where Week 2 fits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36192" y="1475810"/>
            <a:ext cx="475488" cy="475488"/>
          </a:xfrm>
          <a:prstGeom prst="ellipse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36192" y="162211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1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1</a:t>
            </a:r>
            <a:endParaRPr lang="en-GB" sz="110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30552" y="1704410"/>
            <a:ext cx="1600200" cy="0"/>
          </a:xfrm>
          <a:prstGeom prst="line">
            <a:avLst/>
          </a:prstGeom>
          <a:noFill/>
          <a:ln w="16510">
            <a:solidFill>
              <a:srgbClr val="C2D4EA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225618"/>
            <a:ext cx="201168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Understand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682818"/>
            <a:ext cx="233172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Read the scenario and identify business, operational and security requirements.   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70832" y="1475810"/>
            <a:ext cx="475488" cy="475488"/>
          </a:xfrm>
          <a:prstGeom prst="ellipse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79976" y="1619637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1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2</a:t>
            </a:r>
            <a:endParaRPr lang="en-GB" sz="1100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5192" y="1704410"/>
            <a:ext cx="1600200" cy="0"/>
          </a:xfrm>
          <a:prstGeom prst="line">
            <a:avLst/>
          </a:prstGeom>
          <a:noFill/>
          <a:ln w="16510">
            <a:solidFill>
              <a:srgbClr val="C2D4EA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1880" y="2225618"/>
            <a:ext cx="201168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Design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0" y="2682818"/>
            <a:ext cx="233172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Decide where roles, servers and trust boundaries should sit.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205472" y="1475810"/>
            <a:ext cx="475488" cy="475488"/>
          </a:xfrm>
          <a:prstGeom prst="ellipse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14616" y="163125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1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3</a:t>
            </a:r>
            <a:endParaRPr lang="en-GB" sz="1100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99832" y="1704410"/>
            <a:ext cx="1600200" cy="0"/>
          </a:xfrm>
          <a:prstGeom prst="line">
            <a:avLst/>
          </a:prstGeom>
          <a:noFill/>
          <a:ln w="16510">
            <a:solidFill>
              <a:srgbClr val="C2D4EA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2225618"/>
            <a:ext cx="201168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Justify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2682818"/>
            <a:ext cx="233172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Explain how the design reduces risk and supports the organisation.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040112" y="1475810"/>
            <a:ext cx="475488" cy="475488"/>
          </a:xfrm>
          <a:prstGeom prst="ellipse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72116" y="162211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1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4</a:t>
            </a:r>
            <a:endParaRPr lang="en-GB" sz="11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281160" y="2225618"/>
            <a:ext cx="201168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Evidence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0" y="2682818"/>
            <a:ext cx="233172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Submit a diagram, server estate, risks and placement rationale.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97280" y="466344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97280" y="4663440"/>
            <a:ext cx="73152" cy="868680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98448" y="4773168"/>
            <a:ext cx="9656064" cy="60902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Checkpoint 1: design proposal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problem to design decision</a:t>
            </a:r>
            <a:endParaRPr lang="en-GB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3084460" y="2512872"/>
            <a:ext cx="411480" cy="457200"/>
          </a:xfrm>
          <a:prstGeom prst="chevron">
            <a:avLst/>
          </a:prstGeom>
          <a:solidFill>
            <a:srgbClr val="C9D6E9"/>
          </a:solidFill>
          <a:ln w="12700">
            <a:solidFill>
              <a:srgbClr val="C9D6E9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Shape 8"/>
          <p:cNvSpPr/>
          <p:nvPr/>
        </p:nvSpPr>
        <p:spPr>
          <a:xfrm>
            <a:off x="743596" y="1644192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Shape 9"/>
          <p:cNvSpPr/>
          <p:nvPr/>
        </p:nvSpPr>
        <p:spPr>
          <a:xfrm>
            <a:off x="743596" y="1644192"/>
            <a:ext cx="2286000" cy="429768"/>
          </a:xfrm>
          <a:prstGeom prst="rect">
            <a:avLst/>
          </a:prstGeom>
          <a:solidFill>
            <a:srgbClr val="C3423F"/>
          </a:solidFill>
          <a:ln w="12700">
            <a:solidFill>
              <a:srgbClr val="C3423F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Text 10"/>
          <p:cNvSpPr/>
          <p:nvPr/>
        </p:nvSpPr>
        <p:spPr>
          <a:xfrm>
            <a:off x="835036" y="1753920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3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GB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908188" y="2265984"/>
            <a:ext cx="1975104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32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Freeman Industries has local accounts and inconsistent password settings.</a:t>
            </a:r>
            <a:endParaRPr lang="en-GB" sz="1320" noProof="0" dirty="0"/>
          </a:p>
        </p:txBody>
      </p:sp>
      <p:sp>
        <p:nvSpPr>
          <p:cNvPr id="14" name="Shape 12"/>
          <p:cNvSpPr/>
          <p:nvPr/>
        </p:nvSpPr>
        <p:spPr>
          <a:xfrm>
            <a:off x="5873380" y="2512872"/>
            <a:ext cx="411480" cy="457200"/>
          </a:xfrm>
          <a:prstGeom prst="chevron">
            <a:avLst/>
          </a:prstGeom>
          <a:solidFill>
            <a:srgbClr val="C9D6E9"/>
          </a:solidFill>
          <a:ln w="12700">
            <a:solidFill>
              <a:srgbClr val="C9D6E9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5" name="Shape 13"/>
          <p:cNvSpPr/>
          <p:nvPr/>
        </p:nvSpPr>
        <p:spPr>
          <a:xfrm>
            <a:off x="3532516" y="1644192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6" name="Shape 14"/>
          <p:cNvSpPr/>
          <p:nvPr/>
        </p:nvSpPr>
        <p:spPr>
          <a:xfrm>
            <a:off x="3532516" y="1644192"/>
            <a:ext cx="2286000" cy="429768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7" name="Text 15"/>
          <p:cNvSpPr/>
          <p:nvPr/>
        </p:nvSpPr>
        <p:spPr>
          <a:xfrm>
            <a:off x="3623956" y="1753920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3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GB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3697108" y="2265984"/>
            <a:ext cx="1975104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32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identity, enforceable policy and auditable administration.</a:t>
            </a:r>
            <a:endParaRPr lang="en-GB" sz="1320" noProof="0" dirty="0"/>
          </a:p>
        </p:txBody>
      </p:sp>
      <p:sp>
        <p:nvSpPr>
          <p:cNvPr id="19" name="Shape 17"/>
          <p:cNvSpPr/>
          <p:nvPr/>
        </p:nvSpPr>
        <p:spPr>
          <a:xfrm>
            <a:off x="8662300" y="2512872"/>
            <a:ext cx="411480" cy="457200"/>
          </a:xfrm>
          <a:prstGeom prst="chevron">
            <a:avLst/>
          </a:prstGeom>
          <a:solidFill>
            <a:srgbClr val="C9D6E9"/>
          </a:solidFill>
          <a:ln w="12700">
            <a:solidFill>
              <a:srgbClr val="C9D6E9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0" name="Shape 18"/>
          <p:cNvSpPr/>
          <p:nvPr/>
        </p:nvSpPr>
        <p:spPr>
          <a:xfrm>
            <a:off x="6321436" y="1644192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1" name="Shape 19"/>
          <p:cNvSpPr/>
          <p:nvPr/>
        </p:nvSpPr>
        <p:spPr>
          <a:xfrm>
            <a:off x="6321436" y="1644192"/>
            <a:ext cx="2286000" cy="429768"/>
          </a:xfrm>
          <a:prstGeom prst="rect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2" name="Text 20"/>
          <p:cNvSpPr/>
          <p:nvPr/>
        </p:nvSpPr>
        <p:spPr>
          <a:xfrm>
            <a:off x="6412876" y="1753920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3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decision</a:t>
            </a:r>
            <a:endParaRPr lang="en-GB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6486028" y="2265984"/>
            <a:ext cx="1975104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32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DS domain with domain controllers placed inside the protected server segment.</a:t>
            </a:r>
            <a:endParaRPr lang="en-GB" sz="1320" noProof="0" dirty="0"/>
          </a:p>
        </p:txBody>
      </p:sp>
      <p:sp>
        <p:nvSpPr>
          <p:cNvPr id="24" name="Shape 22"/>
          <p:cNvSpPr/>
          <p:nvPr/>
        </p:nvSpPr>
        <p:spPr>
          <a:xfrm>
            <a:off x="9110356" y="1644192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5" name="Shape 23"/>
          <p:cNvSpPr/>
          <p:nvPr/>
        </p:nvSpPr>
        <p:spPr>
          <a:xfrm>
            <a:off x="9110356" y="1644192"/>
            <a:ext cx="2286000" cy="429768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6" name="Text 24"/>
          <p:cNvSpPr/>
          <p:nvPr/>
        </p:nvSpPr>
        <p:spPr>
          <a:xfrm>
            <a:off x="9201796" y="1753920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3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evidence</a:t>
            </a:r>
            <a:endParaRPr lang="en-GB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9274948" y="2265984"/>
            <a:ext cx="1975104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32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Diagram, server estate, account model, policy matrix and later AD DS tests.</a:t>
            </a:r>
            <a:endParaRPr lang="en-GB" sz="1320" noProof="0" dirty="0"/>
          </a:p>
        </p:txBody>
      </p:sp>
      <p:sp>
        <p:nvSpPr>
          <p:cNvPr id="28" name="Shape 26"/>
          <p:cNvSpPr/>
          <p:nvPr/>
        </p:nvSpPr>
        <p:spPr>
          <a:xfrm>
            <a:off x="1371600" y="4892040"/>
            <a:ext cx="9464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9" name="Shape 27"/>
          <p:cNvSpPr/>
          <p:nvPr/>
        </p:nvSpPr>
        <p:spPr>
          <a:xfrm>
            <a:off x="1371600" y="4892040"/>
            <a:ext cx="73152" cy="685800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0" name="Text 28"/>
          <p:cNvSpPr/>
          <p:nvPr/>
        </p:nvSpPr>
        <p:spPr>
          <a:xfrm>
            <a:off x="1572768" y="5001768"/>
            <a:ext cx="915314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standard</a:t>
            </a:r>
            <a:endParaRPr lang="en-GB" sz="1500" noProof="0" dirty="0"/>
          </a:p>
        </p:txBody>
      </p:sp>
      <p:sp>
        <p:nvSpPr>
          <p:cNvPr id="31" name="Text 29"/>
          <p:cNvSpPr/>
          <p:nvPr/>
        </p:nvSpPr>
        <p:spPr>
          <a:xfrm>
            <a:off x="1572768" y="5294376"/>
            <a:ext cx="9134856" cy="1920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isolated statements such as “install a server”.  Show the reason, the alternative, the chosen control and how it will be proved later.</a:t>
            </a:r>
            <a:endParaRPr lang="en-GB" sz="12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Security-by-design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pic>
        <p:nvPicPr>
          <p:cNvPr id="9" name="Image 0" descr="/mnt/data/a_clean_vector_illustration_style_it_cybersecurity_batch_4.png"/>
          <p:cNvPicPr>
            <a:picLocks noChangeAspect="1"/>
          </p:cNvPicPr>
          <p:nvPr/>
        </p:nvPicPr>
        <p:blipFill>
          <a:blip r:embed="rId3"/>
          <a:srcRect r="679" b="-4"/>
          <a:stretch>
            <a:fillRect/>
          </a:stretch>
        </p:blipFill>
        <p:spPr>
          <a:xfrm>
            <a:off x="365760" y="1670858"/>
            <a:ext cx="4663440" cy="264261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532120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53912" y="932688"/>
            <a:ext cx="504748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Design questions to answer early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0" y="1572768"/>
            <a:ext cx="5349240" cy="2514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6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Which services are critical to the organisation?</a:t>
            </a:r>
          </a:p>
          <a:p>
            <a:pPr>
              <a:buSzPct val="100000"/>
            </a:pPr>
            <a:endParaRPr lang="en-GB" sz="16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Where are the trust boundaries and high-value targets?</a:t>
            </a:r>
          </a:p>
          <a:p>
            <a:pPr>
              <a:buSzPct val="100000"/>
            </a:pPr>
            <a:endParaRPr lang="en-GB" sz="16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What traffic should be allowed, restricted or monitored?</a:t>
            </a:r>
          </a:p>
          <a:p>
            <a:pPr>
              <a:buSzPct val="100000"/>
            </a:pPr>
            <a:endParaRPr lang="en-GB" sz="16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How will a compromised account or server be contained?</a:t>
            </a:r>
          </a:p>
          <a:p>
            <a:pPr>
              <a:buSzPct val="100000"/>
            </a:pPr>
            <a:endParaRPr lang="en-GB" sz="16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How will the design be maintained, tested and documented?</a:t>
            </a:r>
            <a:endParaRPr lang="en-GB" sz="165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0" y="4498847"/>
            <a:ext cx="5120640" cy="996177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15000" y="4498848"/>
            <a:ext cx="73152" cy="996176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16168" y="4608576"/>
            <a:ext cx="480974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Level 8 link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16168" y="4901184"/>
            <a:ext cx="4791456" cy="51206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You should compare realistic alternatives, recognise limitations and justify why the chosen design is suitable for Freeman Industries.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E5734A4-99B1-A7C3-6989-308840CE0A44}"/>
              </a:ext>
            </a:extLst>
          </p:cNvPr>
          <p:cNvSpPr/>
          <p:nvPr/>
        </p:nvSpPr>
        <p:spPr>
          <a:xfrm>
            <a:off x="9810822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Confidentiality, integrity and availability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7398" y="1317172"/>
            <a:ext cx="3154680" cy="2788920"/>
          </a:xfrm>
          <a:prstGeom prst="roundRect">
            <a:avLst>
              <a:gd name="adj" fmla="val 3279"/>
            </a:avLst>
          </a:prstGeom>
          <a:solidFill>
            <a:srgbClr val="EAF2FF"/>
          </a:solidFill>
          <a:ln w="12700">
            <a:solidFill>
              <a:srgbClr val="C6DAF5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76118" y="1618924"/>
            <a:ext cx="685800" cy="720090"/>
          </a:xfrm>
          <a:prstGeom prst="hexagon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0278" y="2414452"/>
            <a:ext cx="2788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8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Confidentiality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3430" y="2899084"/>
            <a:ext cx="2651760" cy="6217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Only authorised people and systems can access sensitive information.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3430" y="3603172"/>
            <a:ext cx="265176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Autofit/>
          </a:bodyPr>
          <a:lstStyle/>
          <a:p>
            <a:pPr marL="0" indent="0" algn="ctr">
              <a:buNone/>
            </a:pPr>
            <a:r>
              <a:rPr lang="en-GB" sz="1300" i="1" noProof="0" dirty="0">
                <a:solidFill>
                  <a:srgbClr val="5E6B7A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Example: Finance/HR data isolated with group-based permissions.</a:t>
            </a:r>
            <a:endParaRPr lang="en-GB" sz="1300" noProof="0" dirty="0">
              <a:latin typeface="Garamond" panose="020204040303010108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36438" y="1317172"/>
            <a:ext cx="3154680" cy="2788920"/>
          </a:xfrm>
          <a:prstGeom prst="roundRect">
            <a:avLst>
              <a:gd name="adj" fmla="val 3279"/>
            </a:avLst>
          </a:prstGeom>
          <a:solidFill>
            <a:srgbClr val="FFF4EA"/>
          </a:solidFill>
          <a:ln w="12700">
            <a:solidFill>
              <a:srgbClr val="F1C59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25158" y="1618924"/>
            <a:ext cx="685800" cy="685800"/>
          </a:xfrm>
          <a:prstGeom prst="triangle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4614" y="1776658"/>
            <a:ext cx="240030" cy="28803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2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!</a:t>
            </a:r>
            <a:endParaRPr lang="en-GB" sz="2200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19318" y="2414452"/>
            <a:ext cx="2788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8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Integrity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92470" y="2899084"/>
            <a:ext cx="2651760" cy="6217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Information and configuration remain accurate and trustworthy.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92470" y="3603172"/>
            <a:ext cx="265176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Autofit/>
          </a:bodyPr>
          <a:lstStyle/>
          <a:p>
            <a:pPr marL="0" indent="0" algn="ctr">
              <a:buNone/>
            </a:pPr>
            <a:r>
              <a:rPr lang="en-GB" sz="1300" i="1" noProof="0" dirty="0">
                <a:solidFill>
                  <a:srgbClr val="5E6B7A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Example: controlled administration, change records and tested policies.</a:t>
            </a:r>
            <a:endParaRPr lang="en-GB" sz="1300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85478" y="1317172"/>
            <a:ext cx="3154680" cy="2788920"/>
          </a:xfrm>
          <a:prstGeom prst="roundRect">
            <a:avLst>
              <a:gd name="adj" fmla="val 3279"/>
            </a:avLst>
          </a:prstGeom>
          <a:solidFill>
            <a:srgbClr val="EEF9F6"/>
          </a:solidFill>
          <a:ln w="12700">
            <a:solidFill>
              <a:srgbClr val="BBE2D5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74198" y="1618924"/>
            <a:ext cx="685800" cy="493776"/>
          </a:xfrm>
          <a:prstGeom prst="roundRect">
            <a:avLst>
              <a:gd name="adj" fmla="val 7407"/>
            </a:avLst>
          </a:prstGeom>
          <a:solidFill>
            <a:srgbClr val="153B66"/>
          </a:solidFill>
          <a:ln w="12700">
            <a:solidFill>
              <a:srgbClr val="1F8A70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42778" y="1721794"/>
            <a:ext cx="397764" cy="54864"/>
          </a:xfrm>
          <a:prstGeom prst="rect">
            <a:avLst/>
          </a:prstGeom>
          <a:solidFill>
            <a:srgbClr val="B5D6FF"/>
          </a:solidFill>
          <a:ln w="12700">
            <a:solidFill>
              <a:srgbClr val="B5D6F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002264" y="1714936"/>
            <a:ext cx="54864" cy="548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002264" y="1845238"/>
            <a:ext cx="54864" cy="54864"/>
          </a:xfrm>
          <a:prstGeom prst="ellipse">
            <a:avLst/>
          </a:prstGeom>
          <a:solidFill>
            <a:srgbClr val="74A6F2"/>
          </a:solidFill>
          <a:ln w="12700">
            <a:solidFill>
              <a:srgbClr val="74A6F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68358" y="2414452"/>
            <a:ext cx="2788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8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Availability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41510" y="2899084"/>
            <a:ext cx="2651760" cy="6217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Services remain usable when staff need them.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41510" y="3603172"/>
            <a:ext cx="265176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Autofit/>
          </a:bodyPr>
          <a:lstStyle/>
          <a:p>
            <a:pPr marL="0" indent="0" algn="ctr">
              <a:buNone/>
            </a:pPr>
            <a:r>
              <a:rPr lang="en-GB" sz="1300" i="1" noProof="0" dirty="0">
                <a:solidFill>
                  <a:srgbClr val="5E6B7A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Example: resilient DNS/DHCP, backups, monitoring and recovery planning.</a:t>
            </a:r>
            <a:endParaRPr lang="en-GB" sz="1300" noProof="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51560" y="4892039"/>
            <a:ext cx="10058400" cy="8896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51560" y="4892040"/>
            <a:ext cx="73152" cy="889634"/>
          </a:xfrm>
          <a:prstGeom prst="rect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52728" y="5001768"/>
            <a:ext cx="974750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Apply CIA to each placement decision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52728" y="5367528"/>
            <a:ext cx="9729216" cy="14630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server can be technically working but badly placed.  The design should show how each important role protects data, configuration and service continuity.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Attack surface and role separation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99032" y="932688"/>
            <a:ext cx="376732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Attack surface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1536192"/>
            <a:ext cx="45720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Every installed role, open port, management interface and privileged account is a possible route in.</a:t>
            </a:r>
          </a:p>
          <a:p>
            <a:pPr>
              <a:buSzPct val="100000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A minimal server build should run only what is required for its agreed purpose.</a:t>
            </a:r>
          </a:p>
          <a:p>
            <a:pPr>
              <a:buSzPct val="100000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Unneeded services are removed, disabled or isolated.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22592" y="932688"/>
            <a:ext cx="376732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Role separation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1536192"/>
            <a:ext cx="452628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Avoid placing unrelated high-value roles together without a reason.</a:t>
            </a:r>
          </a:p>
          <a:p>
            <a:pPr marL="152400" indent="-152400">
              <a:buSzPct val="100000"/>
              <a:buChar char="•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Separate identity, file services, management tools and public-facing services where practical.</a:t>
            </a:r>
          </a:p>
          <a:p>
            <a:pPr marL="152400" indent="-152400">
              <a:buSzPct val="100000"/>
              <a:buChar char="•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Use the design to contain failure, compromise and operational mistakes.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7280" y="411480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FF4EA"/>
          </a:solidFill>
          <a:ln w="12700">
            <a:solidFill>
              <a:srgbClr val="F1C59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5880" y="4297680"/>
            <a:ext cx="356616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GB" sz="13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Poor design: one overloaded server running everything</a:t>
            </a:r>
            <a:endParaRPr lang="en-GB" sz="135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94960" y="4443984"/>
            <a:ext cx="1143000" cy="0"/>
          </a:xfrm>
          <a:prstGeom prst="line">
            <a:avLst/>
          </a:prstGeom>
          <a:noFill/>
          <a:ln w="17780">
            <a:solidFill>
              <a:srgbClr val="C35A12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411480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EEF9F6"/>
          </a:solidFill>
          <a:ln w="12700">
            <a:solidFill>
              <a:srgbClr val="BBE2D5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4297680"/>
            <a:ext cx="3566160" cy="3666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Better design: roles placed to match risk and recovery needs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9B71FC1D-1E4A-23C9-02E0-DFBB4553FB7A}"/>
              </a:ext>
            </a:extLst>
          </p:cNvPr>
          <p:cNvSpPr/>
          <p:nvPr/>
        </p:nvSpPr>
        <p:spPr>
          <a:xfrm>
            <a:off x="3123276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04E455CA-2090-97B8-A188-6EBE78F01DED}"/>
              </a:ext>
            </a:extLst>
          </p:cNvPr>
          <p:cNvSpPr/>
          <p:nvPr/>
        </p:nvSpPr>
        <p:spPr>
          <a:xfrm>
            <a:off x="8829964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Physical and logical placement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pic>
        <p:nvPicPr>
          <p:cNvPr id="9" name="Image 0" descr="/mnt/data/a_high_detail_isometric_3d_tech_infographic_scene_batch_3.png"/>
          <p:cNvPicPr>
            <a:picLocks noChangeAspect="1"/>
          </p:cNvPicPr>
          <p:nvPr/>
        </p:nvPicPr>
        <p:blipFill>
          <a:blip r:embed="rId3"/>
          <a:srcRect t="-1" b="1345"/>
          <a:stretch>
            <a:fillRect/>
          </a:stretch>
        </p:blipFill>
        <p:spPr>
          <a:xfrm>
            <a:off x="6907877" y="2253765"/>
            <a:ext cx="4892040" cy="271623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53312" y="932688"/>
            <a:ext cx="44074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Physical placement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14400" y="1536192"/>
            <a:ext cx="484632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Server room, rack security, power, cooling and access control.</a:t>
            </a:r>
          </a:p>
          <a:p>
            <a:pPr>
              <a:buSzPct val="100000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Protection of domain controllers, backup media and recovery keys.</a:t>
            </a:r>
          </a:p>
          <a:p>
            <a:pPr>
              <a:buSzPct val="100000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Risks from theft, tampering, environmental failure and poor documentation.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1520" y="383133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353312" y="3611880"/>
            <a:ext cx="44074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Logical placement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4400" y="4206239"/>
            <a:ext cx="4846320" cy="200983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Network segment, firewall rules, allowed management path and service exposure.</a:t>
            </a:r>
          </a:p>
          <a:p>
            <a:pPr>
              <a:buSzPct val="100000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Whether the server is internal, management-only, DMZ-facing or isolated.</a:t>
            </a:r>
          </a:p>
          <a:p>
            <a:pPr>
              <a:buSzPct val="100000"/>
            </a:pPr>
            <a:endParaRPr lang="en-GB" sz="160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00" noProof="0" dirty="0">
                <a:solidFill>
                  <a:srgbClr val="1F2937"/>
                </a:solidFill>
                <a:latin typeface="Garamond" panose="02020404030301010803" pitchFamily="18" charset="0"/>
              </a:rPr>
              <a:t>Whether virtualisation improves flexibility without weakening separation.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30B41831-7AB3-E636-27A9-4DDA9FC04ABE}"/>
              </a:ext>
            </a:extLst>
          </p:cNvPr>
          <p:cNvSpPr/>
          <p:nvPr/>
        </p:nvSpPr>
        <p:spPr>
          <a:xfrm>
            <a:off x="3548611" y="1152144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A718F49B-CBFF-7E21-5CC3-F47D4711CF0C}"/>
              </a:ext>
            </a:extLst>
          </p:cNvPr>
          <p:cNvSpPr/>
          <p:nvPr/>
        </p:nvSpPr>
        <p:spPr>
          <a:xfrm>
            <a:off x="3483959" y="383133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Segmentation and trust boundaries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pic>
        <p:nvPicPr>
          <p:cNvPr id="9" name="Image 0" descr="/mnt/data/a_high_detail_isometric_3d_style_cybersecurity_net_batch_2.png"/>
          <p:cNvPicPr>
            <a:picLocks noChangeAspect="1"/>
          </p:cNvPicPr>
          <p:nvPr/>
        </p:nvPicPr>
        <p:blipFill>
          <a:blip r:embed="rId3"/>
          <a:srcRect b="794"/>
          <a:stretch>
            <a:fillRect/>
          </a:stretch>
        </p:blipFill>
        <p:spPr>
          <a:xfrm>
            <a:off x="502920" y="1897383"/>
            <a:ext cx="5486400" cy="306323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13385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22592" y="914400"/>
            <a:ext cx="413308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What segmentation is doing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83680" y="1536192"/>
            <a:ext cx="443484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620" noProof="0" dirty="0">
                <a:solidFill>
                  <a:srgbClr val="1F2937"/>
                </a:solidFill>
                <a:latin typeface="Garamond" panose="02020404030301010803" pitchFamily="18" charset="0"/>
              </a:rPr>
              <a:t>Groups systems with similar security needs.</a:t>
            </a:r>
          </a:p>
          <a:p>
            <a:pPr marL="152400" indent="-152400">
              <a:buSzPct val="100000"/>
              <a:buChar char="•"/>
            </a:pPr>
            <a:endParaRPr lang="en-GB" sz="162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20" noProof="0" dirty="0">
                <a:solidFill>
                  <a:srgbClr val="1F2937"/>
                </a:solidFill>
                <a:latin typeface="Garamond" panose="02020404030301010803" pitchFamily="18" charset="0"/>
              </a:rPr>
              <a:t>Restricts unnecessary traffic between zones.</a:t>
            </a:r>
          </a:p>
          <a:p>
            <a:pPr marL="152400" indent="-152400">
              <a:buSzPct val="100000"/>
              <a:buChar char="•"/>
            </a:pPr>
            <a:endParaRPr lang="en-GB" sz="162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20" noProof="0" dirty="0">
                <a:solidFill>
                  <a:srgbClr val="1F2937"/>
                </a:solidFill>
                <a:latin typeface="Garamond" panose="02020404030301010803" pitchFamily="18" charset="0"/>
              </a:rPr>
              <a:t>Makes monitoring and troubleshooting clearer.</a:t>
            </a:r>
          </a:p>
          <a:p>
            <a:pPr marL="152400" indent="-152400">
              <a:buSzPct val="100000"/>
              <a:buChar char="•"/>
            </a:pPr>
            <a:endParaRPr lang="en-GB" sz="162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20" noProof="0" dirty="0">
                <a:solidFill>
                  <a:srgbClr val="1F2937"/>
                </a:solidFill>
                <a:latin typeface="Garamond" panose="02020404030301010803" pitchFamily="18" charset="0"/>
              </a:rPr>
              <a:t>Limits lateral movement after compromise.</a:t>
            </a:r>
          </a:p>
          <a:p>
            <a:pPr marL="152400" indent="-152400">
              <a:buSzPct val="100000"/>
              <a:buChar char="•"/>
            </a:pPr>
            <a:endParaRPr lang="en-GB" sz="162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620" noProof="0" dirty="0">
                <a:solidFill>
                  <a:srgbClr val="1F2937"/>
                </a:solidFill>
                <a:latin typeface="Garamond" panose="02020404030301010803" pitchFamily="18" charset="0"/>
              </a:rPr>
              <a:t>Supports separate management and user paths.</a:t>
            </a:r>
            <a:endParaRPr lang="en-GB" sz="162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83680" y="4251959"/>
            <a:ext cx="4370832" cy="1335023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Shape 11"/>
          <p:cNvSpPr/>
          <p:nvPr/>
        </p:nvSpPr>
        <p:spPr>
          <a:xfrm>
            <a:off x="6590823" y="4251959"/>
            <a:ext cx="73152" cy="1335021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84848" y="4361688"/>
            <a:ext cx="4059936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Freeman Industries example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784848" y="4727447"/>
            <a:ext cx="4041648" cy="740479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User workstations, internal servers, management systems and public-facing services should not all sit in one unrestricted flat network.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92443F0-BEF7-FDBA-0823-DFF9E5711192}"/>
              </a:ext>
            </a:extLst>
          </p:cNvPr>
          <p:cNvSpPr/>
          <p:nvPr/>
        </p:nvSpPr>
        <p:spPr>
          <a:xfrm>
            <a:off x="10169236" y="113385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Perimeter and DMZ concepts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48840" y="2560320"/>
            <a:ext cx="548640" cy="0"/>
          </a:xfrm>
          <a:prstGeom prst="line">
            <a:avLst/>
          </a:prstGeom>
          <a:noFill/>
          <a:ln w="19050">
            <a:solidFill>
              <a:srgbClr val="2F6FCF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0" y="2560320"/>
            <a:ext cx="548640" cy="0"/>
          </a:xfrm>
          <a:prstGeom prst="line">
            <a:avLst/>
          </a:prstGeom>
          <a:noFill/>
          <a:ln w="19050">
            <a:solidFill>
              <a:srgbClr val="2F6FCF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37960" y="2560320"/>
            <a:ext cx="594360" cy="0"/>
          </a:xfrm>
          <a:prstGeom prst="line">
            <a:avLst/>
          </a:prstGeom>
          <a:noFill/>
          <a:ln w="19050">
            <a:solidFill>
              <a:srgbClr val="2F6FCF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49640" y="2560320"/>
            <a:ext cx="548640" cy="0"/>
          </a:xfrm>
          <a:prstGeom prst="line">
            <a:avLst/>
          </a:prstGeom>
          <a:noFill/>
          <a:ln w="19050">
            <a:solidFill>
              <a:srgbClr val="2F6FCF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21031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BFC9D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" y="2377440"/>
            <a:ext cx="1289304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Internet</a:t>
            </a:r>
            <a:endParaRPr lang="en-GB" sz="145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97480" y="2029968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4EA"/>
          </a:solidFill>
          <a:ln w="12700">
            <a:solidFill>
              <a:srgbClr val="F1C59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07208" y="2304288"/>
            <a:ext cx="1197864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Perimeter</a:t>
            </a:r>
            <a:endParaRPr lang="en-GB" sz="145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Firewall</a:t>
            </a:r>
            <a:endParaRPr lang="en-GB" sz="145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FF4EA"/>
          </a:solidFill>
          <a:ln w="12700">
            <a:solidFill>
              <a:srgbClr val="F1C59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73168" y="1600200"/>
            <a:ext cx="1655064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DMZ</a:t>
            </a:r>
            <a:endParaRPr lang="en-GB" sz="145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0" y="2029968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4EA"/>
          </a:solidFill>
          <a:ln w="12700">
            <a:solidFill>
              <a:srgbClr val="F1C59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42048" y="2304288"/>
            <a:ext cx="1197864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Internal</a:t>
            </a:r>
            <a:endParaRPr lang="en-GB" sz="145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Firewall</a:t>
            </a:r>
            <a:endParaRPr lang="en-GB" sz="1450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32570" y="132588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C6DAF5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08008" y="1600200"/>
            <a:ext cx="1975104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Internal</a:t>
            </a:r>
            <a:endParaRPr lang="en-GB" sz="145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45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Network</a:t>
            </a:r>
            <a:endParaRPr lang="en-GB" sz="1450" noProof="0" dirty="0">
              <a:latin typeface="Garamond" panose="02020404030301010803" pitchFamily="18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7FF2E63-8FF2-F631-CBD8-74764CC87B80}"/>
              </a:ext>
            </a:extLst>
          </p:cNvPr>
          <p:cNvGrpSpPr/>
          <p:nvPr/>
        </p:nvGrpSpPr>
        <p:grpSpPr>
          <a:xfrm>
            <a:off x="5285232" y="2212848"/>
            <a:ext cx="502920" cy="362102"/>
            <a:chOff x="5285232" y="2212848"/>
            <a:chExt cx="502920" cy="362102"/>
          </a:xfrm>
        </p:grpSpPr>
        <p:sp>
          <p:nvSpPr>
            <p:cNvPr id="23" name="Shape 21"/>
            <p:cNvSpPr/>
            <p:nvPr/>
          </p:nvSpPr>
          <p:spPr>
            <a:xfrm>
              <a:off x="5285232" y="2212848"/>
              <a:ext cx="502920" cy="362102"/>
            </a:xfrm>
            <a:prstGeom prst="roundRect">
              <a:avLst>
                <a:gd name="adj" fmla="val 10101"/>
              </a:avLst>
            </a:prstGeom>
            <a:solidFill>
              <a:srgbClr val="153B66"/>
            </a:solidFill>
            <a:ln w="12700">
              <a:solidFill>
                <a:srgbClr val="C35A1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5335524" y="2288286"/>
              <a:ext cx="291694" cy="40234"/>
            </a:xfrm>
            <a:prstGeom prst="rect">
              <a:avLst/>
            </a:prstGeom>
            <a:solidFill>
              <a:srgbClr val="B5D6FF"/>
            </a:solidFill>
            <a:ln w="12700">
              <a:solidFill>
                <a:srgbClr val="B5D6F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5672480" y="2283257"/>
              <a:ext cx="40234" cy="40234"/>
            </a:xfrm>
            <a:prstGeom prst="ellipse">
              <a:avLst/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5672480" y="2378812"/>
              <a:ext cx="40234" cy="40234"/>
            </a:xfrm>
            <a:prstGeom prst="ellipse">
              <a:avLst/>
            </a:prstGeom>
            <a:solidFill>
              <a:srgbClr val="74A6F2"/>
            </a:solidFill>
            <a:ln w="12700">
              <a:solidFill>
                <a:srgbClr val="74A6F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27" name="Text 25"/>
          <p:cNvSpPr/>
          <p:nvPr/>
        </p:nvSpPr>
        <p:spPr>
          <a:xfrm>
            <a:off x="4828032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Web / reverse proxy</a:t>
            </a:r>
            <a:endParaRPr lang="en-GB" sz="120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limited inbound services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16354F9-9569-A2D7-BCA1-63E5BA0D4A91}"/>
              </a:ext>
            </a:extLst>
          </p:cNvPr>
          <p:cNvGrpSpPr/>
          <p:nvPr/>
        </p:nvGrpSpPr>
        <p:grpSpPr>
          <a:xfrm>
            <a:off x="9978390" y="2221078"/>
            <a:ext cx="502920" cy="362102"/>
            <a:chOff x="9802368" y="2212848"/>
            <a:chExt cx="502920" cy="362102"/>
          </a:xfrm>
        </p:grpSpPr>
        <p:sp>
          <p:nvSpPr>
            <p:cNvPr id="28" name="Shape 26"/>
            <p:cNvSpPr/>
            <p:nvPr/>
          </p:nvSpPr>
          <p:spPr>
            <a:xfrm>
              <a:off x="9802368" y="2212848"/>
              <a:ext cx="502920" cy="362102"/>
            </a:xfrm>
            <a:prstGeom prst="roundRect">
              <a:avLst>
                <a:gd name="adj" fmla="val 10101"/>
              </a:avLst>
            </a:prstGeom>
            <a:solidFill>
              <a:srgbClr val="153B66"/>
            </a:solidFill>
            <a:ln w="12700">
              <a:solidFill>
                <a:srgbClr val="2F6FC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9852660" y="2288286"/>
              <a:ext cx="291694" cy="40234"/>
            </a:xfrm>
            <a:prstGeom prst="rect">
              <a:avLst/>
            </a:prstGeom>
            <a:solidFill>
              <a:srgbClr val="B5D6FF"/>
            </a:solidFill>
            <a:ln w="12700">
              <a:solidFill>
                <a:srgbClr val="B5D6F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10189616" y="2283257"/>
              <a:ext cx="40234" cy="40234"/>
            </a:xfrm>
            <a:prstGeom prst="ellipse">
              <a:avLst/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10189616" y="2378812"/>
              <a:ext cx="40234" cy="40234"/>
            </a:xfrm>
            <a:prstGeom prst="ellipse">
              <a:avLst/>
            </a:prstGeom>
            <a:solidFill>
              <a:srgbClr val="74A6F2"/>
            </a:solidFill>
            <a:ln w="12700">
              <a:solidFill>
                <a:srgbClr val="74A6F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32" name="Text 30"/>
          <p:cNvSpPr/>
          <p:nvPr/>
        </p:nvSpPr>
        <p:spPr>
          <a:xfrm>
            <a:off x="9253728" y="2834640"/>
            <a:ext cx="1856232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DS, DNS, DHCP, files</a:t>
            </a:r>
            <a:endParaRPr lang="en-GB" sz="120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not internet-facing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97280" y="4846320"/>
            <a:ext cx="10058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97280" y="4846320"/>
            <a:ext cx="73152" cy="749808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98448" y="4956048"/>
            <a:ext cx="974750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Design judgement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98448" y="5321808"/>
            <a:ext cx="9729216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DMZ is not “secure because it is separate”. It is useful because the allowed traffic, exposed services, logging and management routes are deliberately controlled.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Freeman Industries: proposed zones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34640" y="3629429"/>
            <a:ext cx="621792" cy="0"/>
          </a:xfrm>
          <a:prstGeom prst="line">
            <a:avLst/>
          </a:prstGeom>
          <a:noFill/>
          <a:ln w="15240">
            <a:solidFill>
              <a:srgbClr val="B7C9E2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0" y="3629429"/>
            <a:ext cx="621792" cy="0"/>
          </a:xfrm>
          <a:prstGeom prst="line">
            <a:avLst/>
          </a:prstGeom>
          <a:noFill/>
          <a:ln w="15240">
            <a:solidFill>
              <a:srgbClr val="B7C9E2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03920" y="3629429"/>
            <a:ext cx="621792" cy="0"/>
          </a:xfrm>
          <a:prstGeom prst="line">
            <a:avLst/>
          </a:prstGeom>
          <a:noFill/>
          <a:ln w="15240">
            <a:solidFill>
              <a:srgbClr val="B7C9E2"/>
            </a:solidFill>
            <a:prstDash val="solid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1983509"/>
            <a:ext cx="2148840" cy="3017520"/>
          </a:xfrm>
          <a:prstGeom prst="roundRect">
            <a:avLst>
              <a:gd name="adj" fmla="val 4255"/>
            </a:avLst>
          </a:prstGeom>
          <a:solidFill>
            <a:srgbClr val="EAF2FF"/>
          </a:solidFill>
          <a:ln w="12700">
            <a:solidFill>
              <a:srgbClr val="C9D7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54C5EF-9FF6-DF23-2474-BEF50BD7D331}"/>
              </a:ext>
            </a:extLst>
          </p:cNvPr>
          <p:cNvGrpSpPr/>
          <p:nvPr/>
        </p:nvGrpSpPr>
        <p:grpSpPr>
          <a:xfrm>
            <a:off x="1490472" y="2367557"/>
            <a:ext cx="621792" cy="447690"/>
            <a:chOff x="1490472" y="1527048"/>
            <a:chExt cx="621792" cy="447690"/>
          </a:xfrm>
        </p:grpSpPr>
        <p:sp>
          <p:nvSpPr>
            <p:cNvPr id="13" name="Shape 11"/>
            <p:cNvSpPr/>
            <p:nvPr/>
          </p:nvSpPr>
          <p:spPr>
            <a:xfrm>
              <a:off x="1490472" y="1527048"/>
              <a:ext cx="621792" cy="360639"/>
            </a:xfrm>
            <a:prstGeom prst="roundRect">
              <a:avLst>
                <a:gd name="adj" fmla="val 7606"/>
              </a:avLst>
            </a:prstGeom>
            <a:solidFill>
              <a:srgbClr val="2F6FCF"/>
            </a:solidFill>
            <a:ln w="12700">
              <a:solidFill>
                <a:srgbClr val="2F6FC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1764060" y="1887687"/>
              <a:ext cx="74615" cy="74615"/>
            </a:xfrm>
            <a:prstGeom prst="rect">
              <a:avLst/>
            </a:prstGeom>
            <a:solidFill>
              <a:srgbClr val="2F6FCF"/>
            </a:solidFill>
            <a:ln w="12700">
              <a:solidFill>
                <a:srgbClr val="2F6FC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1645920" y="1974738"/>
              <a:ext cx="310896" cy="0"/>
            </a:xfrm>
            <a:prstGeom prst="line">
              <a:avLst/>
            </a:prstGeom>
            <a:noFill/>
            <a:ln w="25400">
              <a:solidFill>
                <a:srgbClr val="2F6FC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16" name="Text 14"/>
          <p:cNvSpPr/>
          <p:nvPr/>
        </p:nvSpPr>
        <p:spPr>
          <a:xfrm>
            <a:off x="877824" y="3217949"/>
            <a:ext cx="182880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User zone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720869"/>
            <a:ext cx="178308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Department PCs and laptops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Standard users only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No direct admin paths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66160" y="1983509"/>
            <a:ext cx="2148840" cy="3017520"/>
          </a:xfrm>
          <a:prstGeom prst="roundRect">
            <a:avLst>
              <a:gd name="adj" fmla="val 4255"/>
            </a:avLst>
          </a:prstGeom>
          <a:solidFill>
            <a:srgbClr val="DCEBFF"/>
          </a:solidFill>
          <a:ln w="12700">
            <a:solidFill>
              <a:srgbClr val="C9D7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D313863-365D-0476-D955-77BDB1A207DB}"/>
              </a:ext>
            </a:extLst>
          </p:cNvPr>
          <p:cNvGrpSpPr/>
          <p:nvPr/>
        </p:nvGrpSpPr>
        <p:grpSpPr>
          <a:xfrm>
            <a:off x="4325112" y="2367557"/>
            <a:ext cx="621792" cy="447690"/>
            <a:chOff x="4325112" y="1527048"/>
            <a:chExt cx="621792" cy="447690"/>
          </a:xfrm>
        </p:grpSpPr>
        <p:sp>
          <p:nvSpPr>
            <p:cNvPr id="19" name="Shape 17"/>
            <p:cNvSpPr/>
            <p:nvPr/>
          </p:nvSpPr>
          <p:spPr>
            <a:xfrm>
              <a:off x="4325112" y="1527048"/>
              <a:ext cx="621792" cy="447690"/>
            </a:xfrm>
            <a:prstGeom prst="roundRect">
              <a:avLst>
                <a:gd name="adj" fmla="val 8170"/>
              </a:avLst>
            </a:prstGeom>
            <a:solidFill>
              <a:srgbClr val="153B66"/>
            </a:solidFill>
            <a:ln w="12700">
              <a:solidFill>
                <a:srgbClr val="0B1F36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387291" y="1620317"/>
              <a:ext cx="360639" cy="49743"/>
            </a:xfrm>
            <a:prstGeom prst="rect">
              <a:avLst/>
            </a:prstGeom>
            <a:solidFill>
              <a:srgbClr val="B5D6FF"/>
            </a:solidFill>
            <a:ln w="12700">
              <a:solidFill>
                <a:srgbClr val="B5D6F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4803892" y="1614099"/>
              <a:ext cx="49743" cy="49743"/>
            </a:xfrm>
            <a:prstGeom prst="ellipse">
              <a:avLst/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803892" y="1732239"/>
              <a:ext cx="49743" cy="49743"/>
            </a:xfrm>
            <a:prstGeom prst="ellipse">
              <a:avLst/>
            </a:prstGeom>
            <a:solidFill>
              <a:srgbClr val="74A6F2"/>
            </a:solidFill>
            <a:ln w="12700">
              <a:solidFill>
                <a:srgbClr val="74A6F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23" name="Text 21"/>
          <p:cNvSpPr/>
          <p:nvPr/>
        </p:nvSpPr>
        <p:spPr>
          <a:xfrm>
            <a:off x="3712464" y="3217949"/>
            <a:ext cx="182880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 zone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49040" y="3720869"/>
            <a:ext cx="178308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DS, DNS, DHCP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File services and storage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Backups and internal records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1983509"/>
            <a:ext cx="2148840" cy="3017520"/>
          </a:xfrm>
          <a:prstGeom prst="roundRect">
            <a:avLst>
              <a:gd name="adj" fmla="val 4255"/>
            </a:avLst>
          </a:prstGeom>
          <a:solidFill>
            <a:srgbClr val="F3ECFF"/>
          </a:solidFill>
          <a:ln w="12700">
            <a:solidFill>
              <a:srgbClr val="C9D7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22658AB-86AB-1D39-AEAE-8D7AEAF77F83}"/>
              </a:ext>
            </a:extLst>
          </p:cNvPr>
          <p:cNvGrpSpPr/>
          <p:nvPr/>
        </p:nvGrpSpPr>
        <p:grpSpPr>
          <a:xfrm>
            <a:off x="7159752" y="2367557"/>
            <a:ext cx="621792" cy="447690"/>
            <a:chOff x="7159752" y="1527048"/>
            <a:chExt cx="621792" cy="447690"/>
          </a:xfrm>
        </p:grpSpPr>
        <p:sp>
          <p:nvSpPr>
            <p:cNvPr id="26" name="Shape 24"/>
            <p:cNvSpPr/>
            <p:nvPr/>
          </p:nvSpPr>
          <p:spPr>
            <a:xfrm>
              <a:off x="7159752" y="1527048"/>
              <a:ext cx="621792" cy="447690"/>
            </a:xfrm>
            <a:prstGeom prst="roundRect">
              <a:avLst>
                <a:gd name="adj" fmla="val 8170"/>
              </a:avLst>
            </a:prstGeom>
            <a:solidFill>
              <a:srgbClr val="153B66"/>
            </a:solidFill>
            <a:ln w="12700">
              <a:solidFill>
                <a:srgbClr val="6B46C1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7221931" y="1620317"/>
              <a:ext cx="360639" cy="49743"/>
            </a:xfrm>
            <a:prstGeom prst="rect">
              <a:avLst/>
            </a:prstGeom>
            <a:solidFill>
              <a:srgbClr val="B5D6FF"/>
            </a:solidFill>
            <a:ln w="12700">
              <a:solidFill>
                <a:srgbClr val="B5D6F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7638532" y="1614099"/>
              <a:ext cx="49743" cy="49743"/>
            </a:xfrm>
            <a:prstGeom prst="ellipse">
              <a:avLst/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7638532" y="1732239"/>
              <a:ext cx="49743" cy="49743"/>
            </a:xfrm>
            <a:prstGeom prst="ellipse">
              <a:avLst/>
            </a:prstGeom>
            <a:solidFill>
              <a:srgbClr val="74A6F2"/>
            </a:solidFill>
            <a:ln w="12700">
              <a:solidFill>
                <a:srgbClr val="74A6F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30" name="Text 28"/>
          <p:cNvSpPr/>
          <p:nvPr/>
        </p:nvSpPr>
        <p:spPr>
          <a:xfrm>
            <a:off x="6547104" y="3217949"/>
            <a:ext cx="182880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Management zone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83680" y="3720869"/>
            <a:ext cx="178308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Admin workstation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Monitoring and scripts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Privileged access route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5440" y="1983509"/>
            <a:ext cx="2148840" cy="3017520"/>
          </a:xfrm>
          <a:prstGeom prst="roundRect">
            <a:avLst>
              <a:gd name="adj" fmla="val 4255"/>
            </a:avLst>
          </a:prstGeom>
          <a:solidFill>
            <a:srgbClr val="FFF4EA"/>
          </a:solidFill>
          <a:ln w="12700">
            <a:solidFill>
              <a:srgbClr val="C9D7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A0C13-9DEE-661E-DA43-F60868B88C1B}"/>
              </a:ext>
            </a:extLst>
          </p:cNvPr>
          <p:cNvGrpSpPr/>
          <p:nvPr/>
        </p:nvGrpSpPr>
        <p:grpSpPr>
          <a:xfrm>
            <a:off x="9994392" y="2367557"/>
            <a:ext cx="621792" cy="621792"/>
            <a:chOff x="9994392" y="1527048"/>
            <a:chExt cx="621792" cy="621792"/>
          </a:xfrm>
        </p:grpSpPr>
        <p:sp>
          <p:nvSpPr>
            <p:cNvPr id="33" name="Shape 31"/>
            <p:cNvSpPr/>
            <p:nvPr/>
          </p:nvSpPr>
          <p:spPr>
            <a:xfrm>
              <a:off x="9994392" y="1527048"/>
              <a:ext cx="621792" cy="621792"/>
            </a:xfrm>
            <a:prstGeom prst="triangle">
              <a:avLst/>
            </a:prstGeom>
            <a:solidFill>
              <a:srgbClr val="C35A12"/>
            </a:solidFill>
            <a:ln w="12700">
              <a:solidFill>
                <a:srgbClr val="C35A1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193365" y="1670060"/>
              <a:ext cx="217627" cy="261153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GB" sz="2200" b="1" noProof="0" dirty="0">
                  <a:solidFill>
                    <a:srgbClr val="FFFFFF"/>
                  </a:solidFill>
                  <a:latin typeface="Garamond" panose="02020404030301010803" pitchFamily="18" charset="0"/>
                  <a:ea typeface="Aptos" pitchFamily="34" charset="-122"/>
                  <a:cs typeface="Aptos" pitchFamily="34" charset="-120"/>
                </a:rPr>
                <a:t>!</a:t>
              </a:r>
              <a:endParaRPr lang="en-GB" sz="2200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35" name="Text 33"/>
          <p:cNvSpPr/>
          <p:nvPr/>
        </p:nvSpPr>
        <p:spPr>
          <a:xfrm>
            <a:off x="9381744" y="3217949"/>
            <a:ext cx="182880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DMZ / perimeter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18320" y="3720869"/>
            <a:ext cx="178308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Public website or proxy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TLS and logging</a:t>
            </a:r>
            <a:endParaRPr lang="en-GB" sz="118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Restricted inbound rules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Building the server estate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5107" y="1051560"/>
            <a:ext cx="2057400" cy="566928"/>
          </a:xfrm>
          <a:prstGeom prst="rect">
            <a:avLst/>
          </a:prstGeom>
          <a:solidFill>
            <a:srgbClr val="2F6FC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8259" y="1133856"/>
            <a:ext cx="191109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8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Role</a:t>
            </a:r>
            <a:endParaRPr lang="en-GB" sz="128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72507" y="1051560"/>
            <a:ext cx="3017520" cy="566928"/>
          </a:xfrm>
          <a:prstGeom prst="rect">
            <a:avLst/>
          </a:prstGeom>
          <a:solidFill>
            <a:srgbClr val="2F6FC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45659" y="1133856"/>
            <a:ext cx="287121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8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Likely placement</a:t>
            </a:r>
            <a:endParaRPr lang="en-GB" sz="128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90027" y="1051560"/>
            <a:ext cx="5394960" cy="566928"/>
          </a:xfrm>
          <a:prstGeom prst="rect">
            <a:avLst/>
          </a:prstGeom>
          <a:solidFill>
            <a:srgbClr val="2F6FC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63179" y="1133856"/>
            <a:ext cx="524865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8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Security reason</a:t>
            </a:r>
            <a:endParaRPr lang="en-GB" sz="128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5107" y="1618488"/>
            <a:ext cx="20574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8259" y="1700784"/>
            <a:ext cx="191109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 / DNS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72507" y="1618488"/>
            <a:ext cx="30175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45659" y="1700784"/>
            <a:ext cx="287121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Protected server zone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90027" y="1618488"/>
            <a:ext cx="53949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63179" y="1700784"/>
            <a:ext cx="524865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High-value identity service; limited management access.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5107" y="2185416"/>
            <a:ext cx="2057400" cy="56692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8259" y="2267712"/>
            <a:ext cx="191109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DHCP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72507" y="2185416"/>
            <a:ext cx="3017520" cy="56692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45659" y="2267712"/>
            <a:ext cx="287121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Protected server zone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90027" y="2185416"/>
            <a:ext cx="5394960" cy="56692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63179" y="2267712"/>
            <a:ext cx="524865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Authorised service; supports controlled addressing.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5107" y="2752344"/>
            <a:ext cx="20574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8259" y="2834640"/>
            <a:ext cx="191109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File services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872507" y="2752344"/>
            <a:ext cx="30175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945659" y="2834640"/>
            <a:ext cx="287121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Internal server/storage zone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90027" y="2752344"/>
            <a:ext cx="53949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63179" y="2834640"/>
            <a:ext cx="524865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Sensitive data protected by groups, audit and quotas.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5107" y="3319272"/>
            <a:ext cx="2057400" cy="56692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8259" y="3401568"/>
            <a:ext cx="191109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Admin tools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872507" y="3319272"/>
            <a:ext cx="3017520" cy="56692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945659" y="3401568"/>
            <a:ext cx="287121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Management zone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890027" y="3319272"/>
            <a:ext cx="5394960" cy="56692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63179" y="3401568"/>
            <a:ext cx="524865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Reduces routine use of admin credentials on user devices.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15107" y="3886200"/>
            <a:ext cx="20574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88259" y="3968496"/>
            <a:ext cx="191109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Website / proxy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872507" y="3886200"/>
            <a:ext cx="30175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945659" y="3968496"/>
            <a:ext cx="287121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DMZ or isolated application zone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890027" y="3886200"/>
            <a:ext cx="53949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63179" y="3968496"/>
            <a:ext cx="5248656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18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Public exposure separated from internal services.</a:t>
            </a:r>
            <a:endParaRPr lang="en-GB" sz="1180" noProof="0" dirty="0">
              <a:latin typeface="Garamond" panose="02020404030301010803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80160" y="5074919"/>
            <a:ext cx="9509760" cy="937953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80160" y="5074920"/>
            <a:ext cx="73152" cy="937952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481328" y="5184648"/>
            <a:ext cx="919886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Do not just list servers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481328" y="5550408"/>
            <a:ext cx="9180576" cy="91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Level 8 server estate explains purpose, placement, dependency, exposure, data sensitivity and recovery importance.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Windows Server 2025 edition and servicing choices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122529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99032" y="1005840"/>
            <a:ext cx="331012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Standard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1609343"/>
            <a:ext cx="4434840" cy="239572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540" noProof="0" dirty="0">
                <a:solidFill>
                  <a:srgbClr val="1F2937"/>
                </a:solidFill>
                <a:latin typeface="Garamond" panose="02020404030301010803" pitchFamily="18" charset="0"/>
              </a:rPr>
              <a:t>Suitable where a small number of Windows Server instances are needed.</a:t>
            </a:r>
          </a:p>
          <a:p>
            <a:pPr>
              <a:buSzPct val="100000"/>
            </a:pPr>
            <a:endParaRPr lang="en-GB" sz="154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40" noProof="0" dirty="0">
                <a:solidFill>
                  <a:srgbClr val="1F2937"/>
                </a:solidFill>
                <a:latin typeface="Garamond" panose="02020404030301010803" pitchFamily="18" charset="0"/>
              </a:rPr>
              <a:t>Often a sensible starting point for small or controlled lab deployments.</a:t>
            </a:r>
          </a:p>
          <a:p>
            <a:pPr>
              <a:buSzPct val="100000"/>
            </a:pPr>
            <a:endParaRPr lang="en-GB" sz="154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40" noProof="0" dirty="0">
                <a:solidFill>
                  <a:srgbClr val="1F2937"/>
                </a:solidFill>
                <a:latin typeface="Garamond" panose="02020404030301010803" pitchFamily="18" charset="0"/>
              </a:rPr>
              <a:t>Decision should still consider growth, virtualisation and licensing constraints.</a:t>
            </a:r>
            <a:endParaRPr lang="en-GB" sz="1540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122529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22592" y="1005840"/>
            <a:ext cx="331012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 err="1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Datacenter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1609344"/>
            <a:ext cx="4434840" cy="2432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540" noProof="0" dirty="0">
                <a:solidFill>
                  <a:srgbClr val="1F2937"/>
                </a:solidFill>
                <a:latin typeface="Garamond" panose="02020404030301010803" pitchFamily="18" charset="0"/>
              </a:rPr>
              <a:t>Better fit for highly virtualised or software-defined datacentre scenarios.</a:t>
            </a:r>
          </a:p>
          <a:p>
            <a:pPr>
              <a:buSzPct val="100000"/>
            </a:pPr>
            <a:endParaRPr lang="en-GB" sz="154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40" noProof="0" dirty="0">
                <a:solidFill>
                  <a:srgbClr val="1F2937"/>
                </a:solidFill>
                <a:latin typeface="Garamond" panose="02020404030301010803" pitchFamily="18" charset="0"/>
              </a:rPr>
              <a:t>Relevant when storage, networking or virtualisation features justify it.</a:t>
            </a:r>
          </a:p>
          <a:p>
            <a:pPr>
              <a:buSzPct val="100000"/>
            </a:pPr>
            <a:endParaRPr lang="en-GB" sz="154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40" noProof="0" dirty="0">
                <a:solidFill>
                  <a:srgbClr val="1F2937"/>
                </a:solidFill>
                <a:latin typeface="Garamond" panose="02020404030301010803" pitchFamily="18" charset="0"/>
              </a:rPr>
              <a:t>Choice must be explained against business need, not simply “more is better”.</a:t>
            </a:r>
            <a:endParaRPr lang="en-GB" sz="154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43000" y="4370831"/>
            <a:ext cx="9875520" cy="104518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43000" y="4370832"/>
            <a:ext cx="73152" cy="1045180"/>
          </a:xfrm>
          <a:prstGeom prst="rect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44168" y="4480560"/>
            <a:ext cx="956462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LTSC planning point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4168" y="4846320"/>
            <a:ext cx="9546336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Windows Server 2025 is a Long-Term Servicing Channel release.  Design notes should include how the selected platform will be patched, supported and maintained across the project lifecycle.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43000" y="5672048"/>
            <a:ext cx="9875520" cy="84124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3000" y="5672048"/>
            <a:ext cx="73152" cy="841248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44168" y="5781776"/>
            <a:ext cx="956462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Portfolio link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44168" y="6147536"/>
            <a:ext cx="9546336" cy="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>
            <a:lvl1pPr algn="l"/>
          </a:lstStyle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Record the chosen edition, installation type and role-placement decision.  Your explanation should reflect the lab build and the larger Freeman Industries design.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3027AC95-87FE-6AF7-F398-04CBF384579D}"/>
              </a:ext>
            </a:extLst>
          </p:cNvPr>
          <p:cNvSpPr/>
          <p:nvPr/>
        </p:nvSpPr>
        <p:spPr>
          <a:xfrm>
            <a:off x="2458258" y="122529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0DC92CCE-808F-0B85-9B1C-1AE110AB7451}"/>
              </a:ext>
            </a:extLst>
          </p:cNvPr>
          <p:cNvSpPr/>
          <p:nvPr/>
        </p:nvSpPr>
        <p:spPr>
          <a:xfrm>
            <a:off x="8340436" y="122529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Availability and resilience in design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B374FD-1536-40D7-BCF5-05B1C0A441C5}"/>
              </a:ext>
            </a:extLst>
          </p:cNvPr>
          <p:cNvGrpSpPr/>
          <p:nvPr/>
        </p:nvGrpSpPr>
        <p:grpSpPr>
          <a:xfrm>
            <a:off x="822960" y="1271016"/>
            <a:ext cx="566928" cy="566928"/>
            <a:chOff x="822960" y="1271016"/>
            <a:chExt cx="566928" cy="566928"/>
          </a:xfrm>
        </p:grpSpPr>
        <p:sp>
          <p:nvSpPr>
            <p:cNvPr id="9" name="Shape 7"/>
            <p:cNvSpPr/>
            <p:nvPr/>
          </p:nvSpPr>
          <p:spPr>
            <a:xfrm>
              <a:off x="822960" y="1271016"/>
              <a:ext cx="566928" cy="566928"/>
            </a:xfrm>
            <a:prstGeom prst="triangle">
              <a:avLst/>
            </a:prstGeom>
            <a:solidFill>
              <a:srgbClr val="C3423F"/>
            </a:solidFill>
            <a:ln w="12700">
              <a:solidFill>
                <a:srgbClr val="C3423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004377" y="1401409"/>
              <a:ext cx="198425" cy="23811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GB" sz="2200" b="1" noProof="0" dirty="0">
                  <a:solidFill>
                    <a:srgbClr val="FFFFFF"/>
                  </a:solidFill>
                  <a:latin typeface="Garamond" panose="02020404030301010803" pitchFamily="18" charset="0"/>
                  <a:ea typeface="Aptos" pitchFamily="34" charset="-122"/>
                  <a:cs typeface="Aptos" pitchFamily="34" charset="-120"/>
                </a:rPr>
                <a:t>!</a:t>
              </a:r>
              <a:endParaRPr lang="en-GB" sz="2200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Text 9"/>
          <p:cNvSpPr/>
          <p:nvPr/>
        </p:nvSpPr>
        <p:spPr>
          <a:xfrm>
            <a:off x="1572768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Single point of failure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72768" y="1600200"/>
            <a:ext cx="438912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GB" sz="13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Which service stops the business if it fails?</a:t>
            </a:r>
            <a:endParaRPr lang="en-GB" sz="1350" noProof="0" dirty="0">
              <a:latin typeface="Garamond" panose="02020404030301010803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EDB2BF-8006-4C56-5E66-44E5C0F36FFD}"/>
              </a:ext>
            </a:extLst>
          </p:cNvPr>
          <p:cNvGrpSpPr/>
          <p:nvPr/>
        </p:nvGrpSpPr>
        <p:grpSpPr>
          <a:xfrm>
            <a:off x="6355080" y="1271016"/>
            <a:ext cx="566928" cy="408188"/>
            <a:chOff x="6355080" y="1271016"/>
            <a:chExt cx="566928" cy="408188"/>
          </a:xfrm>
        </p:grpSpPr>
        <p:sp>
          <p:nvSpPr>
            <p:cNvPr id="13" name="Shape 11"/>
            <p:cNvSpPr/>
            <p:nvPr/>
          </p:nvSpPr>
          <p:spPr>
            <a:xfrm>
              <a:off x="6355080" y="1271016"/>
              <a:ext cx="566928" cy="408188"/>
            </a:xfrm>
            <a:prstGeom prst="roundRect">
              <a:avLst>
                <a:gd name="adj" fmla="val 8961"/>
              </a:avLst>
            </a:prstGeom>
            <a:solidFill>
              <a:srgbClr val="153B66"/>
            </a:solidFill>
            <a:ln w="12700">
              <a:solidFill>
                <a:srgbClr val="2F6FC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6411773" y="1356055"/>
              <a:ext cx="328818" cy="45354"/>
            </a:xfrm>
            <a:prstGeom prst="rect">
              <a:avLst/>
            </a:prstGeom>
            <a:solidFill>
              <a:srgbClr val="B5D6FF"/>
            </a:solidFill>
            <a:ln w="12700">
              <a:solidFill>
                <a:srgbClr val="B5D6FF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791615" y="1350386"/>
              <a:ext cx="45354" cy="45354"/>
            </a:xfrm>
            <a:prstGeom prst="ellipse">
              <a:avLst/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791615" y="1458102"/>
              <a:ext cx="45354" cy="45354"/>
            </a:xfrm>
            <a:prstGeom prst="ellipse">
              <a:avLst/>
            </a:prstGeom>
            <a:solidFill>
              <a:srgbClr val="74A6F2"/>
            </a:solidFill>
            <a:ln w="12700">
              <a:solidFill>
                <a:srgbClr val="74A6F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17" name="Text 15"/>
          <p:cNvSpPr/>
          <p:nvPr/>
        </p:nvSpPr>
        <p:spPr>
          <a:xfrm>
            <a:off x="7104888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Redundancy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04888" y="1600200"/>
            <a:ext cx="438912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GB" sz="13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Where is a second server, backup service or recovery path needed?</a:t>
            </a:r>
            <a:endParaRPr lang="en-GB" sz="135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" y="3145536"/>
            <a:ext cx="566928" cy="595274"/>
          </a:xfrm>
          <a:prstGeom prst="hexagon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72768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Recovery evidence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72768" y="3474720"/>
            <a:ext cx="438912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GB" sz="13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How will you prove recovery works rather than assume it?</a:t>
            </a:r>
            <a:endParaRPr lang="en-GB" sz="1350" noProof="0" dirty="0">
              <a:latin typeface="Garamond" panose="02020404030301010803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1C53C1-2B16-5D65-BF99-5C658FE55066}"/>
              </a:ext>
            </a:extLst>
          </p:cNvPr>
          <p:cNvGrpSpPr/>
          <p:nvPr/>
        </p:nvGrpSpPr>
        <p:grpSpPr>
          <a:xfrm>
            <a:off x="6355080" y="3145536"/>
            <a:ext cx="566928" cy="408188"/>
            <a:chOff x="6355080" y="3145536"/>
            <a:chExt cx="566928" cy="408188"/>
          </a:xfrm>
        </p:grpSpPr>
        <p:sp>
          <p:nvSpPr>
            <p:cNvPr id="22" name="Shape 20"/>
            <p:cNvSpPr/>
            <p:nvPr/>
          </p:nvSpPr>
          <p:spPr>
            <a:xfrm>
              <a:off x="6355080" y="3145536"/>
              <a:ext cx="566928" cy="328818"/>
            </a:xfrm>
            <a:prstGeom prst="roundRect">
              <a:avLst>
                <a:gd name="adj" fmla="val 8343"/>
              </a:avLst>
            </a:prstGeom>
            <a:solidFill>
              <a:srgbClr val="C35A12"/>
            </a:solidFill>
            <a:ln w="12700">
              <a:solidFill>
                <a:srgbClr val="C35A1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604528" y="3474354"/>
              <a:ext cx="68031" cy="68031"/>
            </a:xfrm>
            <a:prstGeom prst="rect">
              <a:avLst/>
            </a:prstGeom>
            <a:solidFill>
              <a:srgbClr val="C35A12"/>
            </a:solidFill>
            <a:ln w="12700">
              <a:solidFill>
                <a:srgbClr val="C35A1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496812" y="3553724"/>
              <a:ext cx="283464" cy="0"/>
            </a:xfrm>
            <a:prstGeom prst="line">
              <a:avLst/>
            </a:prstGeom>
            <a:noFill/>
            <a:ln w="25400">
              <a:solidFill>
                <a:srgbClr val="C35A12"/>
              </a:solidFill>
              <a:prstDash val="solid"/>
            </a:ln>
          </p:spPr>
          <p:txBody>
            <a:bodyPr/>
            <a:lstStyle/>
            <a:p>
              <a:endParaRPr lang="en-GB" noProof="0" dirty="0">
                <a:latin typeface="Garamond" panose="02020404030301010803" pitchFamily="18" charset="0"/>
              </a:endParaRPr>
            </a:p>
          </p:txBody>
        </p:sp>
      </p:grpSp>
      <p:sp>
        <p:nvSpPr>
          <p:cNvPr id="25" name="Text 23"/>
          <p:cNvSpPr/>
          <p:nvPr/>
        </p:nvSpPr>
        <p:spPr>
          <a:xfrm>
            <a:off x="7104888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7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Operational limits</a:t>
            </a:r>
            <a:endParaRPr lang="en-GB" sz="17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04888" y="3474720"/>
            <a:ext cx="438912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GB" sz="13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What does the lab simulate, and what would production require?</a:t>
            </a:r>
            <a:endParaRPr lang="en-GB" sz="135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05840" y="5074919"/>
            <a:ext cx="10058400" cy="100202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05840" y="5074920"/>
            <a:ext cx="73152" cy="1002028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07008" y="5184648"/>
            <a:ext cx="974750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Freeman Industries examples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07008" y="5550408"/>
            <a:ext cx="9729216" cy="91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DS, DNS, DHCP, file storage, backups and the customer information website all need availability decisions.  Some will be implemented later; Week 2 records the initial design intent.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Risk register at Level 8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5320" y="1005840"/>
            <a:ext cx="2423160" cy="658368"/>
          </a:xfrm>
          <a:prstGeom prst="rect">
            <a:avLst/>
          </a:prstGeom>
          <a:solidFill>
            <a:srgbClr val="2F6FC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9328" y="1078992"/>
            <a:ext cx="229514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Risk</a:t>
            </a:r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78480" y="1005840"/>
            <a:ext cx="2697480" cy="658368"/>
          </a:xfrm>
          <a:prstGeom prst="rect">
            <a:avLst/>
          </a:prstGeom>
          <a:solidFill>
            <a:srgbClr val="2F6FC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42488" y="1078992"/>
            <a:ext cx="25694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Likely impact</a:t>
            </a:r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75960" y="1005840"/>
            <a:ext cx="2971800" cy="658368"/>
          </a:xfrm>
          <a:prstGeom prst="rect">
            <a:avLst/>
          </a:prstGeom>
          <a:solidFill>
            <a:srgbClr val="2F6FC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39968" y="1078992"/>
            <a:ext cx="284378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Initial control</a:t>
            </a:r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47760" y="1005840"/>
            <a:ext cx="2926080" cy="658368"/>
          </a:xfrm>
          <a:prstGeom prst="rect">
            <a:avLst/>
          </a:prstGeom>
          <a:solidFill>
            <a:srgbClr val="2F6FC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11768" y="1078992"/>
            <a:ext cx="27980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Future evidence</a:t>
            </a:r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5320" y="1664208"/>
            <a:ext cx="242316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9328" y="1737360"/>
            <a:ext cx="229514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Shared admin account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078480" y="1664208"/>
            <a:ext cx="2697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42488" y="1737360"/>
            <a:ext cx="25694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No accountability; broad compromise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75960" y="1664208"/>
            <a:ext cx="2971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39968" y="1737360"/>
            <a:ext cx="284378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Named elevated accounts and separation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747760" y="1664208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811768" y="1737360"/>
            <a:ext cx="27980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Account model and admin tests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5320" y="2322576"/>
            <a:ext cx="242316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9328" y="2395728"/>
            <a:ext cx="229514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Flat network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078480" y="2322576"/>
            <a:ext cx="269748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42488" y="2395728"/>
            <a:ext cx="25694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Fast lateral movement after compromise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75960" y="2322576"/>
            <a:ext cx="297180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39968" y="2395728"/>
            <a:ext cx="284378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Segment users, servers, DMZ and management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47760" y="2322576"/>
            <a:ext cx="292608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11768" y="2395728"/>
            <a:ext cx="27980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Logical diagram and firewall tests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5320" y="2980944"/>
            <a:ext cx="242316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9328" y="3054096"/>
            <a:ext cx="229514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Unapproved software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078480" y="2980944"/>
            <a:ext cx="2697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142488" y="3054096"/>
            <a:ext cx="25694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Malware and unstable systems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75960" y="2980944"/>
            <a:ext cx="2971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39968" y="3054096"/>
            <a:ext cx="284378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Policy restrictions and approved deployment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747760" y="2980944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811768" y="3054096"/>
            <a:ext cx="27980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GPO tests and user guidance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5320" y="3639312"/>
            <a:ext cx="242316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19328" y="3712464"/>
            <a:ext cx="229514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Insecure documentation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078480" y="3639312"/>
            <a:ext cx="269748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142488" y="3712464"/>
            <a:ext cx="25694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Attackers gain a roadmap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775960" y="3639312"/>
            <a:ext cx="297180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839968" y="3712464"/>
            <a:ext cx="284378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Access-controlled and redacted documents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747760" y="3639312"/>
            <a:ext cx="2926080" cy="658368"/>
          </a:xfrm>
          <a:prstGeom prst="rect">
            <a:avLst/>
          </a:prstGeom>
          <a:solidFill>
            <a:srgbClr val="F3F7FC"/>
          </a:solidFill>
          <a:ln w="7620">
            <a:solidFill>
              <a:srgbClr val="D0DAEA"/>
            </a:solidFill>
            <a:prstDash val="solid"/>
          </a:ln>
        </p:spPr>
        <p:txBody>
          <a:bodyPr/>
          <a:lstStyle/>
          <a:p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811768" y="3712464"/>
            <a:ext cx="2798064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Storage plan and evidence index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Diagramming expectations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117957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07592" y="960120"/>
            <a:ext cx="449884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Your diagram should show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572768"/>
            <a:ext cx="534924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Users, servers, networks and any perimeter/DMZ area.</a:t>
            </a:r>
          </a:p>
          <a:p>
            <a:pPr>
              <a:buSzPct val="100000"/>
            </a:pPr>
            <a:endParaRPr lang="en-GB" sz="15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Where AD DS, DNS, DHCP, file services and website roles sit.</a:t>
            </a:r>
          </a:p>
          <a:p>
            <a:pPr>
              <a:buSzPct val="100000"/>
            </a:pPr>
            <a:endParaRPr lang="en-GB" sz="15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Trust boundaries, security zones and expected traffic paths.</a:t>
            </a:r>
          </a:p>
          <a:p>
            <a:pPr>
              <a:buSzPct val="100000"/>
            </a:pPr>
            <a:endParaRPr lang="en-GB" sz="15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A naming convention and enough detail to match the server estate.</a:t>
            </a:r>
            <a:endParaRPr lang="en-GB" sz="1550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117957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22592" y="960120"/>
            <a:ext cx="413308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20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Your diagram should avoid</a:t>
            </a:r>
            <a:endParaRPr lang="en-GB" sz="20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1572768"/>
            <a:ext cx="461772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A single flat LAN with no explanation of separation.</a:t>
            </a:r>
          </a:p>
          <a:p>
            <a:pPr>
              <a:buSzPct val="100000"/>
            </a:pPr>
            <a:endParaRPr lang="en-GB" sz="15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Ambiguous icons that do not map to real server roles.</a:t>
            </a:r>
          </a:p>
          <a:p>
            <a:pPr>
              <a:buSzPct val="100000"/>
            </a:pPr>
            <a:endParaRPr lang="en-GB" sz="15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Unlabelled connections and unmanaged internet exposure.</a:t>
            </a:r>
          </a:p>
          <a:p>
            <a:pPr>
              <a:buSzPct val="100000"/>
            </a:pPr>
            <a:endParaRPr lang="en-GB" sz="1550" noProof="0" dirty="0">
              <a:latin typeface="Garamond" panose="02020404030301010803" pitchFamily="18" charset="0"/>
            </a:endParaRPr>
          </a:p>
          <a:p>
            <a:pPr>
              <a:buSzPct val="100000"/>
            </a:pPr>
            <a:r>
              <a:rPr lang="en-GB" sz="1550" noProof="0" dirty="0">
                <a:solidFill>
                  <a:srgbClr val="1F2937"/>
                </a:solidFill>
                <a:latin typeface="Garamond" panose="02020404030301010803" pitchFamily="18" charset="0"/>
              </a:rPr>
              <a:t>Sensitive information such as passwords, keys or real personal data.</a:t>
            </a:r>
            <a:endParaRPr lang="en-GB" sz="155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7280" y="4892039"/>
            <a:ext cx="9966960" cy="978407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4F3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97280" y="4892039"/>
            <a:ext cx="73152" cy="978405"/>
          </a:xfrm>
          <a:prstGeom prst="rect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98448" y="5001768"/>
            <a:ext cx="9656064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5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Assessment standard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98448" y="5367527"/>
            <a:ext cx="9637776" cy="33832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Autofit/>
          </a:bodyPr>
          <a:lstStyle/>
          <a:p>
            <a:pPr marL="0" indent="0" algn="l">
              <a:buNone/>
            </a:pPr>
            <a:r>
              <a:rPr lang="en-GB" sz="120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diagram is not decoration.  It is product evidence that should support your placement rationale and risk controls.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8DC1D90-606D-23A3-8DB7-5EC48E460584}"/>
              </a:ext>
            </a:extLst>
          </p:cNvPr>
          <p:cNvSpPr/>
          <p:nvPr/>
        </p:nvSpPr>
        <p:spPr>
          <a:xfrm>
            <a:off x="4470400" y="117957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829C863-C08B-0CDD-44E5-9DC74E3A9307}"/>
              </a:ext>
            </a:extLst>
          </p:cNvPr>
          <p:cNvSpPr/>
          <p:nvPr/>
        </p:nvSpPr>
        <p:spPr>
          <a:xfrm>
            <a:off x="10185400" y="1179576"/>
            <a:ext cx="502920" cy="0"/>
          </a:xfrm>
          <a:prstGeom prst="line">
            <a:avLst/>
          </a:prstGeom>
          <a:noFill/>
          <a:ln w="381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Practical design workshop</a:t>
            </a:r>
            <a:endParaRPr lang="en-GB" sz="18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1042416"/>
            <a:ext cx="411480" cy="411480"/>
          </a:xfrm>
          <a:prstGeom prst="ellipse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115214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0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1</a:t>
            </a:r>
            <a:endParaRPr lang="en-GB" sz="1000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72768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Re-read the scenario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72768" y="1362456"/>
            <a:ext cx="493776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Highlight requirements, problems and constraints.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2093976"/>
            <a:ext cx="411480" cy="411480"/>
          </a:xfrm>
          <a:prstGeom prst="ellipse">
            <a:avLst/>
          </a:prstGeom>
          <a:solidFill>
            <a:srgbClr val="C35A12"/>
          </a:solidFill>
          <a:ln w="12700">
            <a:solidFill>
              <a:srgbClr val="C35A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22037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0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2</a:t>
            </a:r>
            <a:endParaRPr lang="en-GB" sz="1000" noProof="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72768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Draft the zones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72768" y="2414016"/>
            <a:ext cx="493776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User, server, management and DMZ/perimeter areas.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0120" y="3145536"/>
            <a:ext cx="411480" cy="411480"/>
          </a:xfrm>
          <a:prstGeom prst="ellipse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325526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0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3</a:t>
            </a:r>
            <a:endParaRPr lang="en-GB" sz="1000" noProof="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72768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Place the roles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72768" y="3465576"/>
            <a:ext cx="493776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DS, DNS, DHCP, files, website and admin tools.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120" y="4197096"/>
            <a:ext cx="411480" cy="411480"/>
          </a:xfrm>
          <a:prstGeom prst="ellipse">
            <a:avLst/>
          </a:prstGeom>
          <a:solidFill>
            <a:srgbClr val="2F6FCF"/>
          </a:solidFill>
          <a:ln w="12700">
            <a:solidFill>
              <a:srgbClr val="2F6FC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120" y="430682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GB" sz="10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4</a:t>
            </a:r>
            <a:endParaRPr lang="en-GB" sz="1000" noProof="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72768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600" b="1" noProof="0" dirty="0">
                <a:solidFill>
                  <a:srgbClr val="0B1F3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Create the risk register</a:t>
            </a:r>
            <a:endParaRPr lang="en-GB" sz="1600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72768" y="4517136"/>
            <a:ext cx="493776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GB" sz="1250" noProof="0" dirty="0">
                <a:solidFill>
                  <a:srgbClr val="1F293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Risk, impact, control and future evidence.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pic>
        <p:nvPicPr>
          <p:cNvPr id="25" name="Image 0" descr="/mnt/data/a_wide_cinematic_high_tech_office_command_room_sc_batch_1.png"/>
          <p:cNvPicPr>
            <a:picLocks noChangeAspect="1"/>
          </p:cNvPicPr>
          <p:nvPr/>
        </p:nvPicPr>
        <p:blipFill>
          <a:blip r:embed="rId3"/>
          <a:srcRect l="8243" t="-354" b="354"/>
          <a:stretch>
            <a:fillRect/>
          </a:stretch>
        </p:blipFill>
        <p:spPr>
          <a:xfrm>
            <a:off x="6510528" y="1711406"/>
            <a:ext cx="5292436" cy="3246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1351</Words>
  <Application>Microsoft Office PowerPoint</Application>
  <PresentationFormat>Widescreen</PresentationFormat>
  <Paragraphs>252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West Lothian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02 - Secure Infrastructure Design and Server Placement</dc:title>
  <dc:subject>Server Administration for Cyber Security</dc:subject>
  <dc:creator>Ross Tunnicliffe</dc:creator>
  <cp:lastModifiedBy>Ross Tunnicliffe</cp:lastModifiedBy>
  <cp:revision>8</cp:revision>
  <dcterms:created xsi:type="dcterms:W3CDTF">2026-07-03T17:56:05Z</dcterms:created>
  <dcterms:modified xsi:type="dcterms:W3CDTF">2026-08-30T09:04:56Z</dcterms:modified>
</cp:coreProperties>
</file>